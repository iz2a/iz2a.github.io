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8" r:id="rId3"/>
    <p:sldId id="259" r:id="rId4"/>
    <p:sldId id="261" r:id="rId5"/>
    <p:sldId id="260"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87A8A9-2D99-84ED-7E6A-70AD13FB9FE5}" v="18" dt="2025-05-04T23:44:05.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en Kalbfleisch" userId="S::okalbfle@uccs.edu::83fc03d7-11e5-41c3-b26b-68fd2d2c7d20" providerId="AD" clId="Web-{F6B917EC-8ABA-9DAA-A40B-BA5249EC2B09}"/>
    <pc:docChg chg="addSld delSld modSld">
      <pc:chgData name="Owen Kalbfleisch" userId="S::okalbfle@uccs.edu::83fc03d7-11e5-41c3-b26b-68fd2d2c7d20" providerId="AD" clId="Web-{F6B917EC-8ABA-9DAA-A40B-BA5249EC2B09}" dt="2025-04-29T22:01:18.695" v="203" actId="20577"/>
      <pc:docMkLst>
        <pc:docMk/>
      </pc:docMkLst>
      <pc:sldChg chg="addSp modSp mod setBg">
        <pc:chgData name="Owen Kalbfleisch" userId="S::okalbfle@uccs.edu::83fc03d7-11e5-41c3-b26b-68fd2d2c7d20" providerId="AD" clId="Web-{F6B917EC-8ABA-9DAA-A40B-BA5249EC2B09}" dt="2025-04-29T21:59:33.492" v="202" actId="1076"/>
        <pc:sldMkLst>
          <pc:docMk/>
          <pc:sldMk cId="3060117788" sldId="258"/>
        </pc:sldMkLst>
        <pc:spChg chg="mod">
          <ac:chgData name="Owen Kalbfleisch" userId="S::okalbfle@uccs.edu::83fc03d7-11e5-41c3-b26b-68fd2d2c7d20" providerId="AD" clId="Web-{F6B917EC-8ABA-9DAA-A40B-BA5249EC2B09}" dt="2025-04-29T21:58:48.414" v="191"/>
          <ac:spMkLst>
            <pc:docMk/>
            <pc:sldMk cId="3060117788" sldId="258"/>
            <ac:spMk id="2" creationId="{B10BABEE-E24C-2308-935F-F8BF18886F84}"/>
          </ac:spMkLst>
        </pc:spChg>
        <pc:spChg chg="mod">
          <ac:chgData name="Owen Kalbfleisch" userId="S::okalbfle@uccs.edu::83fc03d7-11e5-41c3-b26b-68fd2d2c7d20" providerId="AD" clId="Web-{F6B917EC-8ABA-9DAA-A40B-BA5249EC2B09}" dt="2025-04-29T21:58:48.414" v="191"/>
          <ac:spMkLst>
            <pc:docMk/>
            <pc:sldMk cId="3060117788" sldId="258"/>
            <ac:spMk id="3" creationId="{2A4DD494-C3B7-40C1-BF39-2E9D2BAB23B1}"/>
          </ac:spMkLst>
        </pc:spChg>
        <pc:spChg chg="add">
          <ac:chgData name="Owen Kalbfleisch" userId="S::okalbfle@uccs.edu::83fc03d7-11e5-41c3-b26b-68fd2d2c7d20" providerId="AD" clId="Web-{F6B917EC-8ABA-9DAA-A40B-BA5249EC2B09}" dt="2025-04-29T21:58:48.414" v="191"/>
          <ac:spMkLst>
            <pc:docMk/>
            <pc:sldMk cId="3060117788" sldId="258"/>
            <ac:spMk id="9" creationId="{9EE42DCE-4A4F-44C4-84E5-261B3BEEF1DA}"/>
          </ac:spMkLst>
        </pc:spChg>
        <pc:spChg chg="add">
          <ac:chgData name="Owen Kalbfleisch" userId="S::okalbfle@uccs.edu::83fc03d7-11e5-41c3-b26b-68fd2d2c7d20" providerId="AD" clId="Web-{F6B917EC-8ABA-9DAA-A40B-BA5249EC2B09}" dt="2025-04-29T21:58:48.414" v="191"/>
          <ac:spMkLst>
            <pc:docMk/>
            <pc:sldMk cId="3060117788" sldId="258"/>
            <ac:spMk id="11" creationId="{887F59F2-5FBC-40CD-AD35-376AECE49EA6}"/>
          </ac:spMkLst>
        </pc:spChg>
        <pc:picChg chg="mod modCrop">
          <ac:chgData name="Owen Kalbfleisch" userId="S::okalbfle@uccs.edu::83fc03d7-11e5-41c3-b26b-68fd2d2c7d20" providerId="AD" clId="Web-{F6B917EC-8ABA-9DAA-A40B-BA5249EC2B09}" dt="2025-04-29T21:58:58.242" v="193" actId="1076"/>
          <ac:picMkLst>
            <pc:docMk/>
            <pc:sldMk cId="3060117788" sldId="258"/>
            <ac:picMk id="4" creationId="{B5B0EB0F-EA9A-6CD2-93E1-7524C5BDEC6D}"/>
          </ac:picMkLst>
        </pc:picChg>
        <pc:picChg chg="mod">
          <ac:chgData name="Owen Kalbfleisch" userId="S::okalbfle@uccs.edu::83fc03d7-11e5-41c3-b26b-68fd2d2c7d20" providerId="AD" clId="Web-{F6B917EC-8ABA-9DAA-A40B-BA5249EC2B09}" dt="2025-04-29T21:59:33.492" v="202" actId="1076"/>
          <ac:picMkLst>
            <pc:docMk/>
            <pc:sldMk cId="3060117788" sldId="258"/>
            <ac:picMk id="5" creationId="{E0DE4CC8-D0DC-5FAE-9398-C06D3843A49B}"/>
          </ac:picMkLst>
        </pc:picChg>
      </pc:sldChg>
      <pc:sldChg chg="modSp">
        <pc:chgData name="Owen Kalbfleisch" userId="S::okalbfle@uccs.edu::83fc03d7-11e5-41c3-b26b-68fd2d2c7d20" providerId="AD" clId="Web-{F6B917EC-8ABA-9DAA-A40B-BA5249EC2B09}" dt="2025-04-29T21:52:27.165" v="180" actId="20577"/>
        <pc:sldMkLst>
          <pc:docMk/>
          <pc:sldMk cId="1323526025" sldId="260"/>
        </pc:sldMkLst>
        <pc:spChg chg="mod">
          <ac:chgData name="Owen Kalbfleisch" userId="S::okalbfle@uccs.edu::83fc03d7-11e5-41c3-b26b-68fd2d2c7d20" providerId="AD" clId="Web-{F6B917EC-8ABA-9DAA-A40B-BA5249EC2B09}" dt="2025-04-29T21:52:27.165" v="180" actId="20577"/>
          <ac:spMkLst>
            <pc:docMk/>
            <pc:sldMk cId="1323526025" sldId="260"/>
            <ac:spMk id="10" creationId="{B9E0EFAE-317F-736E-CDAA-3F5AD8A0880D}"/>
          </ac:spMkLst>
        </pc:spChg>
      </pc:sldChg>
      <pc:sldChg chg="delSp modSp">
        <pc:chgData name="Owen Kalbfleisch" userId="S::okalbfle@uccs.edu::83fc03d7-11e5-41c3-b26b-68fd2d2c7d20" providerId="AD" clId="Web-{F6B917EC-8ABA-9DAA-A40B-BA5249EC2B09}" dt="2025-04-29T21:51:57.180" v="177" actId="20577"/>
        <pc:sldMkLst>
          <pc:docMk/>
          <pc:sldMk cId="3622951163" sldId="261"/>
        </pc:sldMkLst>
        <pc:spChg chg="mod">
          <ac:chgData name="Owen Kalbfleisch" userId="S::okalbfle@uccs.edu::83fc03d7-11e5-41c3-b26b-68fd2d2c7d20" providerId="AD" clId="Web-{F6B917EC-8ABA-9DAA-A40B-BA5249EC2B09}" dt="2025-04-29T21:51:57.180" v="177" actId="20577"/>
          <ac:spMkLst>
            <pc:docMk/>
            <pc:sldMk cId="3622951163" sldId="261"/>
            <ac:spMk id="4" creationId="{7BE84D8D-4454-59E8-7530-52FC0DD36628}"/>
          </ac:spMkLst>
        </pc:spChg>
        <pc:picChg chg="del mod">
          <ac:chgData name="Owen Kalbfleisch" userId="S::okalbfle@uccs.edu::83fc03d7-11e5-41c3-b26b-68fd2d2c7d20" providerId="AD" clId="Web-{F6B917EC-8ABA-9DAA-A40B-BA5249EC2B09}" dt="2025-04-29T21:31:41.479" v="9"/>
          <ac:picMkLst>
            <pc:docMk/>
            <pc:sldMk cId="3622951163" sldId="261"/>
            <ac:picMk id="5" creationId="{E10A093A-2277-5173-1A08-D6DB9D747529}"/>
          </ac:picMkLst>
        </pc:picChg>
        <pc:picChg chg="mod">
          <ac:chgData name="Owen Kalbfleisch" userId="S::okalbfle@uccs.edu::83fc03d7-11e5-41c3-b26b-68fd2d2c7d20" providerId="AD" clId="Web-{F6B917EC-8ABA-9DAA-A40B-BA5249EC2B09}" dt="2025-04-29T21:51:40.415" v="173" actId="1076"/>
          <ac:picMkLst>
            <pc:docMk/>
            <pc:sldMk cId="3622951163" sldId="261"/>
            <ac:picMk id="6" creationId="{12B6144A-039A-8A6C-9185-6DB4A6EB0242}"/>
          </ac:picMkLst>
        </pc:picChg>
      </pc:sldChg>
      <pc:sldChg chg="modSp new">
        <pc:chgData name="Owen Kalbfleisch" userId="S::okalbfle@uccs.edu::83fc03d7-11e5-41c3-b26b-68fd2d2c7d20" providerId="AD" clId="Web-{F6B917EC-8ABA-9DAA-A40B-BA5249EC2B09}" dt="2025-04-29T21:43:26.603" v="168" actId="20577"/>
        <pc:sldMkLst>
          <pc:docMk/>
          <pc:sldMk cId="1541357680" sldId="262"/>
        </pc:sldMkLst>
        <pc:spChg chg="mod">
          <ac:chgData name="Owen Kalbfleisch" userId="S::okalbfle@uccs.edu::83fc03d7-11e5-41c3-b26b-68fd2d2c7d20" providerId="AD" clId="Web-{F6B917EC-8ABA-9DAA-A40B-BA5249EC2B09}" dt="2025-04-29T21:36:53.494" v="57" actId="20577"/>
          <ac:spMkLst>
            <pc:docMk/>
            <pc:sldMk cId="1541357680" sldId="262"/>
            <ac:spMk id="2" creationId="{3A4B8FBC-51A5-ACBD-93AC-EBEA7FAB4A5E}"/>
          </ac:spMkLst>
        </pc:spChg>
        <pc:spChg chg="mod">
          <ac:chgData name="Owen Kalbfleisch" userId="S::okalbfle@uccs.edu::83fc03d7-11e5-41c3-b26b-68fd2d2c7d20" providerId="AD" clId="Web-{F6B917EC-8ABA-9DAA-A40B-BA5249EC2B09}" dt="2025-04-29T21:40:25.260" v="160" actId="20577"/>
          <ac:spMkLst>
            <pc:docMk/>
            <pc:sldMk cId="1541357680" sldId="262"/>
            <ac:spMk id="3" creationId="{29845F2B-4D72-32C3-73B1-D8F91E7F358E}"/>
          </ac:spMkLst>
        </pc:spChg>
        <pc:spChg chg="mod">
          <ac:chgData name="Owen Kalbfleisch" userId="S::okalbfle@uccs.edu::83fc03d7-11e5-41c3-b26b-68fd2d2c7d20" providerId="AD" clId="Web-{F6B917EC-8ABA-9DAA-A40B-BA5249EC2B09}" dt="2025-04-29T21:43:26.603" v="168" actId="20577"/>
          <ac:spMkLst>
            <pc:docMk/>
            <pc:sldMk cId="1541357680" sldId="262"/>
            <ac:spMk id="4" creationId="{65C7D2DD-03AD-EF86-C113-94C6292D72B3}"/>
          </ac:spMkLst>
        </pc:spChg>
      </pc:sldChg>
      <pc:sldChg chg="addSp delSp modSp del">
        <pc:chgData name="Owen Kalbfleisch" userId="S::okalbfle@uccs.edu::83fc03d7-11e5-41c3-b26b-68fd2d2c7d20" providerId="AD" clId="Web-{F6B917EC-8ABA-9DAA-A40B-BA5249EC2B09}" dt="2025-04-29T21:36:09.354" v="41"/>
        <pc:sldMkLst>
          <pc:docMk/>
          <pc:sldMk cId="4205124147" sldId="262"/>
        </pc:sldMkLst>
        <pc:spChg chg="mod">
          <ac:chgData name="Owen Kalbfleisch" userId="S::okalbfle@uccs.edu::83fc03d7-11e5-41c3-b26b-68fd2d2c7d20" providerId="AD" clId="Web-{F6B917EC-8ABA-9DAA-A40B-BA5249EC2B09}" dt="2025-04-29T21:32:17.010" v="15" actId="20577"/>
          <ac:spMkLst>
            <pc:docMk/>
            <pc:sldMk cId="4205124147" sldId="262"/>
            <ac:spMk id="2" creationId="{4C53D072-5E7C-98FC-050A-49E2D668B4C3}"/>
          </ac:spMkLst>
        </pc:spChg>
        <pc:spChg chg="mod">
          <ac:chgData name="Owen Kalbfleisch" userId="S::okalbfle@uccs.edu::83fc03d7-11e5-41c3-b26b-68fd2d2c7d20" providerId="AD" clId="Web-{F6B917EC-8ABA-9DAA-A40B-BA5249EC2B09}" dt="2025-04-29T21:35:56.166" v="40" actId="20577"/>
          <ac:spMkLst>
            <pc:docMk/>
            <pc:sldMk cId="4205124147" sldId="262"/>
            <ac:spMk id="3" creationId="{39C8C255-DF7F-BCE6-9C3E-A0B34D4849CC}"/>
          </ac:spMkLst>
        </pc:spChg>
        <pc:spChg chg="add del">
          <ac:chgData name="Owen Kalbfleisch" userId="S::okalbfle@uccs.edu::83fc03d7-11e5-41c3-b26b-68fd2d2c7d20" providerId="AD" clId="Web-{F6B917EC-8ABA-9DAA-A40B-BA5249EC2B09}" dt="2025-04-29T21:33:05.104" v="21"/>
          <ac:spMkLst>
            <pc:docMk/>
            <pc:sldMk cId="4205124147" sldId="262"/>
            <ac:spMk id="4" creationId="{2FFAC48E-21BF-85E7-D37C-1501D5210D14}"/>
          </ac:spMkLst>
        </pc:spChg>
        <pc:spChg chg="add del mod">
          <ac:chgData name="Owen Kalbfleisch" userId="S::okalbfle@uccs.edu::83fc03d7-11e5-41c3-b26b-68fd2d2c7d20" providerId="AD" clId="Web-{F6B917EC-8ABA-9DAA-A40B-BA5249EC2B09}" dt="2025-04-29T21:33:28.729" v="28"/>
          <ac:spMkLst>
            <pc:docMk/>
            <pc:sldMk cId="4205124147" sldId="262"/>
            <ac:spMk id="5" creationId="{6B69CEC8-F836-6A1A-C00B-6EA27B30ACF6}"/>
          </ac:spMkLst>
        </pc:spChg>
      </pc:sldChg>
      <pc:sldChg chg="modSp new">
        <pc:chgData name="Owen Kalbfleisch" userId="S::okalbfle@uccs.edu::83fc03d7-11e5-41c3-b26b-68fd2d2c7d20" providerId="AD" clId="Web-{F6B917EC-8ABA-9DAA-A40B-BA5249EC2B09}" dt="2025-04-29T22:01:18.695" v="203" actId="20577"/>
        <pc:sldMkLst>
          <pc:docMk/>
          <pc:sldMk cId="3864596831" sldId="263"/>
        </pc:sldMkLst>
        <pc:spChg chg="mod">
          <ac:chgData name="Owen Kalbfleisch" userId="S::okalbfle@uccs.edu::83fc03d7-11e5-41c3-b26b-68fd2d2c7d20" providerId="AD" clId="Web-{F6B917EC-8ABA-9DAA-A40B-BA5249EC2B09}" dt="2025-04-29T21:56:25.883" v="183" actId="20577"/>
          <ac:spMkLst>
            <pc:docMk/>
            <pc:sldMk cId="3864596831" sldId="263"/>
            <ac:spMk id="2" creationId="{05F56445-EC92-47FC-8A40-77F41C104C5D}"/>
          </ac:spMkLst>
        </pc:spChg>
        <pc:spChg chg="mod">
          <ac:chgData name="Owen Kalbfleisch" userId="S::okalbfle@uccs.edu::83fc03d7-11e5-41c3-b26b-68fd2d2c7d20" providerId="AD" clId="Web-{F6B917EC-8ABA-9DAA-A40B-BA5249EC2B09}" dt="2025-04-29T22:01:18.695" v="203" actId="20577"/>
          <ac:spMkLst>
            <pc:docMk/>
            <pc:sldMk cId="3864596831" sldId="263"/>
            <ac:spMk id="3" creationId="{6C5BCB1F-DCC2-56C7-FFEB-2E1150583333}"/>
          </ac:spMkLst>
        </pc:spChg>
      </pc:sldChg>
    </pc:docChg>
  </pc:docChgLst>
  <pc:docChgLst>
    <pc:chgData name="Owen Kalbfleisch" userId="S::okalbfle@uccs.edu::83fc03d7-11e5-41c3-b26b-68fd2d2c7d20" providerId="AD" clId="Web-{046E8FA8-466E-EAFC-ECE4-3BB5010C5FFF}"/>
    <pc:docChg chg="addSld delSld modSld sldOrd addMainMaster delMainMaster">
      <pc:chgData name="Owen Kalbfleisch" userId="S::okalbfle@uccs.edu::83fc03d7-11e5-41c3-b26b-68fd2d2c7d20" providerId="AD" clId="Web-{046E8FA8-466E-EAFC-ECE4-3BB5010C5FFF}" dt="2025-04-29T21:30:15.222" v="248"/>
      <pc:docMkLst>
        <pc:docMk/>
      </pc:docMkLst>
      <pc:sldChg chg="addSp modSp mod setBg modClrScheme chgLayout">
        <pc:chgData name="Owen Kalbfleisch" userId="S::okalbfle@uccs.edu::83fc03d7-11e5-41c3-b26b-68fd2d2c7d20" providerId="AD" clId="Web-{046E8FA8-466E-EAFC-ECE4-3BB5010C5FFF}" dt="2025-04-29T21:08:54.425" v="12" actId="20577"/>
        <pc:sldMkLst>
          <pc:docMk/>
          <pc:sldMk cId="109857222" sldId="256"/>
        </pc:sldMkLst>
        <pc:spChg chg="mod">
          <ac:chgData name="Owen Kalbfleisch" userId="S::okalbfle@uccs.edu::83fc03d7-11e5-41c3-b26b-68fd2d2c7d20" providerId="AD" clId="Web-{046E8FA8-466E-EAFC-ECE4-3BB5010C5FFF}" dt="2025-04-29T21:08:30.299" v="6" actId="20577"/>
          <ac:spMkLst>
            <pc:docMk/>
            <pc:sldMk cId="109857222" sldId="256"/>
            <ac:spMk id="2" creationId="{00000000-0000-0000-0000-000000000000}"/>
          </ac:spMkLst>
        </pc:spChg>
        <pc:spChg chg="mod">
          <ac:chgData name="Owen Kalbfleisch" userId="S::okalbfle@uccs.edu::83fc03d7-11e5-41c3-b26b-68fd2d2c7d20" providerId="AD" clId="Web-{046E8FA8-466E-EAFC-ECE4-3BB5010C5FFF}" dt="2025-04-29T21:08:54.425" v="12" actId="20577"/>
          <ac:spMkLst>
            <pc:docMk/>
            <pc:sldMk cId="109857222" sldId="256"/>
            <ac:spMk id="3" creationId="{00000000-0000-0000-0000-000000000000}"/>
          </ac:spMkLst>
        </pc:spChg>
        <pc:spChg chg="add">
          <ac:chgData name="Owen Kalbfleisch" userId="S::okalbfle@uccs.edu::83fc03d7-11e5-41c3-b26b-68fd2d2c7d20" providerId="AD" clId="Web-{046E8FA8-466E-EAFC-ECE4-3BB5010C5FFF}" dt="2025-04-29T21:08:09.315" v="0"/>
          <ac:spMkLst>
            <pc:docMk/>
            <pc:sldMk cId="109857222" sldId="256"/>
            <ac:spMk id="8" creationId="{C7EFAAB5-34A3-C2FC-70BA-7720CC8ADBAC}"/>
          </ac:spMkLst>
        </pc:spChg>
        <pc:spChg chg="add">
          <ac:chgData name="Owen Kalbfleisch" userId="S::okalbfle@uccs.edu::83fc03d7-11e5-41c3-b26b-68fd2d2c7d20" providerId="AD" clId="Web-{046E8FA8-466E-EAFC-ECE4-3BB5010C5FFF}" dt="2025-04-29T21:08:09.315" v="0"/>
          <ac:spMkLst>
            <pc:docMk/>
            <pc:sldMk cId="109857222" sldId="256"/>
            <ac:spMk id="10" creationId="{A8A44BC8-2508-4575-75F6-0ED3F11E721E}"/>
          </ac:spMkLst>
        </pc:spChg>
        <pc:spChg chg="add">
          <ac:chgData name="Owen Kalbfleisch" userId="S::okalbfle@uccs.edu::83fc03d7-11e5-41c3-b26b-68fd2d2c7d20" providerId="AD" clId="Web-{046E8FA8-466E-EAFC-ECE4-3BB5010C5FFF}" dt="2025-04-29T21:08:09.315" v="0"/>
          <ac:spMkLst>
            <pc:docMk/>
            <pc:sldMk cId="109857222" sldId="256"/>
            <ac:spMk id="12" creationId="{74BCF1CC-D6F1-21D9-307D-C36BA9E87FB8}"/>
          </ac:spMkLst>
        </pc:spChg>
      </pc:sldChg>
      <pc:sldChg chg="modSp new del">
        <pc:chgData name="Owen Kalbfleisch" userId="S::okalbfle@uccs.edu::83fc03d7-11e5-41c3-b26b-68fd2d2c7d20" providerId="AD" clId="Web-{046E8FA8-466E-EAFC-ECE4-3BB5010C5FFF}" dt="2025-04-29T21:30:15.222" v="248"/>
        <pc:sldMkLst>
          <pc:docMk/>
          <pc:sldMk cId="1635630434" sldId="257"/>
        </pc:sldMkLst>
        <pc:spChg chg="mod">
          <ac:chgData name="Owen Kalbfleisch" userId="S::okalbfle@uccs.edu::83fc03d7-11e5-41c3-b26b-68fd2d2c7d20" providerId="AD" clId="Web-{046E8FA8-466E-EAFC-ECE4-3BB5010C5FFF}" dt="2025-04-29T21:09:52.207" v="25" actId="20577"/>
          <ac:spMkLst>
            <pc:docMk/>
            <pc:sldMk cId="1635630434" sldId="257"/>
            <ac:spMk id="2" creationId="{6C918AC8-42F4-C112-BCBC-0F448E9EF19A}"/>
          </ac:spMkLst>
        </pc:spChg>
      </pc:sldChg>
      <pc:sldChg chg="new del">
        <pc:chgData name="Owen Kalbfleisch" userId="S::okalbfle@uccs.edu::83fc03d7-11e5-41c3-b26b-68fd2d2c7d20" providerId="AD" clId="Web-{046E8FA8-466E-EAFC-ECE4-3BB5010C5FFF}" dt="2025-04-29T21:09:00.722" v="14"/>
        <pc:sldMkLst>
          <pc:docMk/>
          <pc:sldMk cId="2775071896" sldId="257"/>
        </pc:sldMkLst>
      </pc:sldChg>
      <pc:sldChg chg="modSp new">
        <pc:chgData name="Owen Kalbfleisch" userId="S::okalbfle@uccs.edu::83fc03d7-11e5-41c3-b26b-68fd2d2c7d20" providerId="AD" clId="Web-{046E8FA8-466E-EAFC-ECE4-3BB5010C5FFF}" dt="2025-04-29T21:30:08.613" v="247" actId="20577"/>
        <pc:sldMkLst>
          <pc:docMk/>
          <pc:sldMk cId="3060117788" sldId="258"/>
        </pc:sldMkLst>
        <pc:spChg chg="mod">
          <ac:chgData name="Owen Kalbfleisch" userId="S::okalbfle@uccs.edu::83fc03d7-11e5-41c3-b26b-68fd2d2c7d20" providerId="AD" clId="Web-{046E8FA8-466E-EAFC-ECE4-3BB5010C5FFF}" dt="2025-04-29T21:29:54.019" v="243" actId="20577"/>
          <ac:spMkLst>
            <pc:docMk/>
            <pc:sldMk cId="3060117788" sldId="258"/>
            <ac:spMk id="2" creationId="{B10BABEE-E24C-2308-935F-F8BF18886F84}"/>
          </ac:spMkLst>
        </pc:spChg>
        <pc:spChg chg="mod">
          <ac:chgData name="Owen Kalbfleisch" userId="S::okalbfle@uccs.edu::83fc03d7-11e5-41c3-b26b-68fd2d2c7d20" providerId="AD" clId="Web-{046E8FA8-466E-EAFC-ECE4-3BB5010C5FFF}" dt="2025-04-29T21:30:08.613" v="247" actId="20577"/>
          <ac:spMkLst>
            <pc:docMk/>
            <pc:sldMk cId="3060117788" sldId="258"/>
            <ac:spMk id="3" creationId="{2A4DD494-C3B7-40C1-BF39-2E9D2BAB23B1}"/>
          </ac:spMkLst>
        </pc:spChg>
      </pc:sldChg>
      <pc:sldChg chg="addSp delSp modSp new mod setBg">
        <pc:chgData name="Owen Kalbfleisch" userId="S::okalbfle@uccs.edu::83fc03d7-11e5-41c3-b26b-68fd2d2c7d20" providerId="AD" clId="Web-{046E8FA8-466E-EAFC-ECE4-3BB5010C5FFF}" dt="2025-04-29T21:13:35.569" v="75"/>
        <pc:sldMkLst>
          <pc:docMk/>
          <pc:sldMk cId="1004084287" sldId="259"/>
        </pc:sldMkLst>
        <pc:spChg chg="mod">
          <ac:chgData name="Owen Kalbfleisch" userId="S::okalbfle@uccs.edu::83fc03d7-11e5-41c3-b26b-68fd2d2c7d20" providerId="AD" clId="Web-{046E8FA8-466E-EAFC-ECE4-3BB5010C5FFF}" dt="2025-04-29T21:13:35.569" v="75"/>
          <ac:spMkLst>
            <pc:docMk/>
            <pc:sldMk cId="1004084287" sldId="259"/>
            <ac:spMk id="2" creationId="{6CE83FBA-CA03-9067-5245-41F4EF840FF5}"/>
          </ac:spMkLst>
        </pc:spChg>
        <pc:spChg chg="del">
          <ac:chgData name="Owen Kalbfleisch" userId="S::okalbfle@uccs.edu::83fc03d7-11e5-41c3-b26b-68fd2d2c7d20" providerId="AD" clId="Web-{046E8FA8-466E-EAFC-ECE4-3BB5010C5FFF}" dt="2025-04-29T21:13:17.662" v="70"/>
          <ac:spMkLst>
            <pc:docMk/>
            <pc:sldMk cId="1004084287" sldId="259"/>
            <ac:spMk id="3" creationId="{F7AD2CFA-92B2-DC1F-E080-FAB9DD450946}"/>
          </ac:spMkLst>
        </pc:spChg>
        <pc:spChg chg="add del">
          <ac:chgData name="Owen Kalbfleisch" userId="S::okalbfle@uccs.edu::83fc03d7-11e5-41c3-b26b-68fd2d2c7d20" providerId="AD" clId="Web-{046E8FA8-466E-EAFC-ECE4-3BB5010C5FFF}" dt="2025-04-29T21:13:35.569" v="74"/>
          <ac:spMkLst>
            <pc:docMk/>
            <pc:sldMk cId="1004084287" sldId="259"/>
            <ac:spMk id="9" creationId="{774A975B-A886-5202-0489-6965514A0D14}"/>
          </ac:spMkLst>
        </pc:spChg>
        <pc:spChg chg="add del">
          <ac:chgData name="Owen Kalbfleisch" userId="S::okalbfle@uccs.edu::83fc03d7-11e5-41c3-b26b-68fd2d2c7d20" providerId="AD" clId="Web-{046E8FA8-466E-EAFC-ECE4-3BB5010C5FFF}" dt="2025-04-29T21:13:35.569" v="74"/>
          <ac:spMkLst>
            <pc:docMk/>
            <pc:sldMk cId="1004084287" sldId="259"/>
            <ac:spMk id="11" creationId="{EA67E988-5919-57BB-C7DE-D3EAD38A3045}"/>
          </ac:spMkLst>
        </pc:spChg>
        <pc:spChg chg="add del">
          <ac:chgData name="Owen Kalbfleisch" userId="S::okalbfle@uccs.edu::83fc03d7-11e5-41c3-b26b-68fd2d2c7d20" providerId="AD" clId="Web-{046E8FA8-466E-EAFC-ECE4-3BB5010C5FFF}" dt="2025-04-29T21:13:35.569" v="74"/>
          <ac:spMkLst>
            <pc:docMk/>
            <pc:sldMk cId="1004084287" sldId="259"/>
            <ac:spMk id="13" creationId="{5820888B-4EA5-E0E8-6D52-7733E1E77451}"/>
          </ac:spMkLst>
        </pc:spChg>
        <pc:spChg chg="add del">
          <ac:chgData name="Owen Kalbfleisch" userId="S::okalbfle@uccs.edu::83fc03d7-11e5-41c3-b26b-68fd2d2c7d20" providerId="AD" clId="Web-{046E8FA8-466E-EAFC-ECE4-3BB5010C5FFF}" dt="2025-04-29T21:13:35.569" v="74"/>
          <ac:spMkLst>
            <pc:docMk/>
            <pc:sldMk cId="1004084287" sldId="259"/>
            <ac:spMk id="15" creationId="{06B5A8BF-0680-F9A7-27B1-3971EC934783}"/>
          </ac:spMkLst>
        </pc:spChg>
        <pc:spChg chg="add">
          <ac:chgData name="Owen Kalbfleisch" userId="S::okalbfle@uccs.edu::83fc03d7-11e5-41c3-b26b-68fd2d2c7d20" providerId="AD" clId="Web-{046E8FA8-466E-EAFC-ECE4-3BB5010C5FFF}" dt="2025-04-29T21:13:35.569" v="75"/>
          <ac:spMkLst>
            <pc:docMk/>
            <pc:sldMk cId="1004084287" sldId="259"/>
            <ac:spMk id="17" creationId="{E94E0531-D614-3CB6-996E-FF0184A33A54}"/>
          </ac:spMkLst>
        </pc:spChg>
        <pc:spChg chg="add">
          <ac:chgData name="Owen Kalbfleisch" userId="S::okalbfle@uccs.edu::83fc03d7-11e5-41c3-b26b-68fd2d2c7d20" providerId="AD" clId="Web-{046E8FA8-466E-EAFC-ECE4-3BB5010C5FFF}" dt="2025-04-29T21:13:35.569" v="75"/>
          <ac:spMkLst>
            <pc:docMk/>
            <pc:sldMk cId="1004084287" sldId="259"/>
            <ac:spMk id="18" creationId="{774A975B-A886-5202-0489-6965514A0D14}"/>
          </ac:spMkLst>
        </pc:spChg>
        <pc:spChg chg="add">
          <ac:chgData name="Owen Kalbfleisch" userId="S::okalbfle@uccs.edu::83fc03d7-11e5-41c3-b26b-68fd2d2c7d20" providerId="AD" clId="Web-{046E8FA8-466E-EAFC-ECE4-3BB5010C5FFF}" dt="2025-04-29T21:13:35.569" v="75"/>
          <ac:spMkLst>
            <pc:docMk/>
            <pc:sldMk cId="1004084287" sldId="259"/>
            <ac:spMk id="19" creationId="{EA67E988-5919-57BB-C7DE-D3EAD38A3045}"/>
          </ac:spMkLst>
        </pc:spChg>
        <pc:spChg chg="add">
          <ac:chgData name="Owen Kalbfleisch" userId="S::okalbfle@uccs.edu::83fc03d7-11e5-41c3-b26b-68fd2d2c7d20" providerId="AD" clId="Web-{046E8FA8-466E-EAFC-ECE4-3BB5010C5FFF}" dt="2025-04-29T21:13:35.569" v="75"/>
          <ac:spMkLst>
            <pc:docMk/>
            <pc:sldMk cId="1004084287" sldId="259"/>
            <ac:spMk id="20" creationId="{FAF3766F-DEF3-4802-BB0D-7A18EDD9704F}"/>
          </ac:spMkLst>
        </pc:spChg>
        <pc:spChg chg="add">
          <ac:chgData name="Owen Kalbfleisch" userId="S::okalbfle@uccs.edu::83fc03d7-11e5-41c3-b26b-68fd2d2c7d20" providerId="AD" clId="Web-{046E8FA8-466E-EAFC-ECE4-3BB5010C5FFF}" dt="2025-04-29T21:13:35.569" v="75"/>
          <ac:spMkLst>
            <pc:docMk/>
            <pc:sldMk cId="1004084287" sldId="259"/>
            <ac:spMk id="21" creationId="{BD0C058D-27D4-3139-E199-E2C11099B62C}"/>
          </ac:spMkLst>
        </pc:spChg>
        <pc:picChg chg="add mod">
          <ac:chgData name="Owen Kalbfleisch" userId="S::okalbfle@uccs.edu::83fc03d7-11e5-41c3-b26b-68fd2d2c7d20" providerId="AD" clId="Web-{046E8FA8-466E-EAFC-ECE4-3BB5010C5FFF}" dt="2025-04-29T21:13:35.569" v="75"/>
          <ac:picMkLst>
            <pc:docMk/>
            <pc:sldMk cId="1004084287" sldId="259"/>
            <ac:picMk id="4" creationId="{6329A0BC-81D7-6F5C-6B84-2C6E9EF5FA8C}"/>
          </ac:picMkLst>
        </pc:picChg>
      </pc:sldChg>
      <pc:sldChg chg="addSp delSp modSp new">
        <pc:chgData name="Owen Kalbfleisch" userId="S::okalbfle@uccs.edu::83fc03d7-11e5-41c3-b26b-68fd2d2c7d20" providerId="AD" clId="Web-{046E8FA8-466E-EAFC-ECE4-3BB5010C5FFF}" dt="2025-04-29T21:26:18.204" v="228" actId="1076"/>
        <pc:sldMkLst>
          <pc:docMk/>
          <pc:sldMk cId="1323526025" sldId="260"/>
        </pc:sldMkLst>
        <pc:spChg chg="mod">
          <ac:chgData name="Owen Kalbfleisch" userId="S::okalbfle@uccs.edu::83fc03d7-11e5-41c3-b26b-68fd2d2c7d20" providerId="AD" clId="Web-{046E8FA8-466E-EAFC-ECE4-3BB5010C5FFF}" dt="2025-04-29T21:17:24.150" v="91" actId="20577"/>
          <ac:spMkLst>
            <pc:docMk/>
            <pc:sldMk cId="1323526025" sldId="260"/>
            <ac:spMk id="2" creationId="{D1306B60-97C3-7799-3B2D-DEA3C3519385}"/>
          </ac:spMkLst>
        </pc:spChg>
        <pc:spChg chg="add del mod">
          <ac:chgData name="Owen Kalbfleisch" userId="S::okalbfle@uccs.edu::83fc03d7-11e5-41c3-b26b-68fd2d2c7d20" providerId="AD" clId="Web-{046E8FA8-466E-EAFC-ECE4-3BB5010C5FFF}" dt="2025-04-29T21:19:06.886" v="136"/>
          <ac:spMkLst>
            <pc:docMk/>
            <pc:sldMk cId="1323526025" sldId="260"/>
            <ac:spMk id="3" creationId="{A4E618DC-DA95-A159-8DF0-DBDB2D834928}"/>
          </ac:spMkLst>
        </pc:spChg>
        <pc:spChg chg="del">
          <ac:chgData name="Owen Kalbfleisch" userId="S::okalbfle@uccs.edu::83fc03d7-11e5-41c3-b26b-68fd2d2c7d20" providerId="AD" clId="Web-{046E8FA8-466E-EAFC-ECE4-3BB5010C5FFF}" dt="2025-04-29T21:10:38.239" v="34"/>
          <ac:spMkLst>
            <pc:docMk/>
            <pc:sldMk cId="1323526025" sldId="260"/>
            <ac:spMk id="4" creationId="{9D5AB87F-299E-711A-DEC2-277BD8400FD3}"/>
          </ac:spMkLst>
        </pc:spChg>
        <pc:spChg chg="add del mod">
          <ac:chgData name="Owen Kalbfleisch" userId="S::okalbfle@uccs.edu::83fc03d7-11e5-41c3-b26b-68fd2d2c7d20" providerId="AD" clId="Web-{046E8FA8-466E-EAFC-ECE4-3BB5010C5FFF}" dt="2025-04-29T21:25:50.922" v="220" actId="20577"/>
          <ac:spMkLst>
            <pc:docMk/>
            <pc:sldMk cId="1323526025" sldId="260"/>
            <ac:spMk id="10" creationId="{B9E0EFAE-317F-736E-CDAA-3F5AD8A0880D}"/>
          </ac:spMkLst>
        </pc:spChg>
        <pc:picChg chg="add del mod ord">
          <ac:chgData name="Owen Kalbfleisch" userId="S::okalbfle@uccs.edu::83fc03d7-11e5-41c3-b26b-68fd2d2c7d20" providerId="AD" clId="Web-{046E8FA8-466E-EAFC-ECE4-3BB5010C5FFF}" dt="2025-04-29T21:16:32.759" v="80"/>
          <ac:picMkLst>
            <pc:docMk/>
            <pc:sldMk cId="1323526025" sldId="260"/>
            <ac:picMk id="5" creationId="{CCB823AB-8F30-83BD-6C4C-11D1E3E1783F}"/>
          </ac:picMkLst>
        </pc:picChg>
        <pc:picChg chg="add del mod ord">
          <ac:chgData name="Owen Kalbfleisch" userId="S::okalbfle@uccs.edu::83fc03d7-11e5-41c3-b26b-68fd2d2c7d20" providerId="AD" clId="Web-{046E8FA8-466E-EAFC-ECE4-3BB5010C5FFF}" dt="2025-04-29T21:16:39.837" v="82"/>
          <ac:picMkLst>
            <pc:docMk/>
            <pc:sldMk cId="1323526025" sldId="260"/>
            <ac:picMk id="6" creationId="{4FED06FA-1CB6-086A-E6F1-1C8103072776}"/>
          </ac:picMkLst>
        </pc:picChg>
        <pc:picChg chg="add mod modCrop">
          <ac:chgData name="Owen Kalbfleisch" userId="S::okalbfle@uccs.edu::83fc03d7-11e5-41c3-b26b-68fd2d2c7d20" providerId="AD" clId="Web-{046E8FA8-466E-EAFC-ECE4-3BB5010C5FFF}" dt="2025-04-29T21:26:18.204" v="228" actId="1076"/>
          <ac:picMkLst>
            <pc:docMk/>
            <pc:sldMk cId="1323526025" sldId="260"/>
            <ac:picMk id="7" creationId="{7D56E03B-C4CF-B2A3-AC19-74B796B141F7}"/>
          </ac:picMkLst>
        </pc:picChg>
        <pc:picChg chg="add mod modCrop">
          <ac:chgData name="Owen Kalbfleisch" userId="S::okalbfle@uccs.edu::83fc03d7-11e5-41c3-b26b-68fd2d2c7d20" providerId="AD" clId="Web-{046E8FA8-466E-EAFC-ECE4-3BB5010C5FFF}" dt="2025-04-29T21:26:16.438" v="227" actId="1076"/>
          <ac:picMkLst>
            <pc:docMk/>
            <pc:sldMk cId="1323526025" sldId="260"/>
            <ac:picMk id="8" creationId="{34681B3D-BD1C-073E-6603-7CC7DE761187}"/>
          </ac:picMkLst>
        </pc:picChg>
        <pc:picChg chg="add mod">
          <ac:chgData name="Owen Kalbfleisch" userId="S::okalbfle@uccs.edu::83fc03d7-11e5-41c3-b26b-68fd2d2c7d20" providerId="AD" clId="Web-{046E8FA8-466E-EAFC-ECE4-3BB5010C5FFF}" dt="2025-04-29T21:26:10.563" v="225" actId="1076"/>
          <ac:picMkLst>
            <pc:docMk/>
            <pc:sldMk cId="1323526025" sldId="260"/>
            <ac:picMk id="11" creationId="{656159E6-76A3-D27C-677C-382E57C7D59B}"/>
          </ac:picMkLst>
        </pc:picChg>
      </pc:sldChg>
      <pc:sldChg chg="new del">
        <pc:chgData name="Owen Kalbfleisch" userId="S::okalbfle@uccs.edu::83fc03d7-11e5-41c3-b26b-68fd2d2c7d20" providerId="AD" clId="Web-{046E8FA8-466E-EAFC-ECE4-3BB5010C5FFF}" dt="2025-04-29T21:10:18.223" v="32"/>
        <pc:sldMkLst>
          <pc:docMk/>
          <pc:sldMk cId="3925223264" sldId="260"/>
        </pc:sldMkLst>
      </pc:sldChg>
      <pc:sldChg chg="delSp new del">
        <pc:chgData name="Owen Kalbfleisch" userId="S::okalbfle@uccs.edu::83fc03d7-11e5-41c3-b26b-68fd2d2c7d20" providerId="AD" clId="Web-{046E8FA8-466E-EAFC-ECE4-3BB5010C5FFF}" dt="2025-04-29T21:11:03.301" v="46"/>
        <pc:sldMkLst>
          <pc:docMk/>
          <pc:sldMk cId="889403923" sldId="261"/>
        </pc:sldMkLst>
        <pc:spChg chg="del">
          <ac:chgData name="Owen Kalbfleisch" userId="S::okalbfle@uccs.edu::83fc03d7-11e5-41c3-b26b-68fd2d2c7d20" providerId="AD" clId="Web-{046E8FA8-466E-EAFC-ECE4-3BB5010C5FFF}" dt="2025-04-29T21:10:59.395" v="45"/>
          <ac:spMkLst>
            <pc:docMk/>
            <pc:sldMk cId="889403923" sldId="261"/>
            <ac:spMk id="3" creationId="{188D7F5E-40C4-EE4B-8DE3-F25373D8DB15}"/>
          </ac:spMkLst>
        </pc:spChg>
      </pc:sldChg>
      <pc:sldChg chg="addSp delSp modSp new mod ord setBg">
        <pc:chgData name="Owen Kalbfleisch" userId="S::okalbfle@uccs.edu::83fc03d7-11e5-41c3-b26b-68fd2d2c7d20" providerId="AD" clId="Web-{046E8FA8-466E-EAFC-ECE4-3BB5010C5FFF}" dt="2025-04-29T21:22:59.842" v="202" actId="20577"/>
        <pc:sldMkLst>
          <pc:docMk/>
          <pc:sldMk cId="3622951163" sldId="261"/>
        </pc:sldMkLst>
        <pc:spChg chg="mod">
          <ac:chgData name="Owen Kalbfleisch" userId="S::okalbfle@uccs.edu::83fc03d7-11e5-41c3-b26b-68fd2d2c7d20" providerId="AD" clId="Web-{046E8FA8-466E-EAFC-ECE4-3BB5010C5FFF}" dt="2025-04-29T21:22:20.216" v="177"/>
          <ac:spMkLst>
            <pc:docMk/>
            <pc:sldMk cId="3622951163" sldId="261"/>
            <ac:spMk id="2" creationId="{176645A8-A082-BBF1-5E2C-53ADE7603B9E}"/>
          </ac:spMkLst>
        </pc:spChg>
        <pc:spChg chg="del">
          <ac:chgData name="Owen Kalbfleisch" userId="S::okalbfle@uccs.edu::83fc03d7-11e5-41c3-b26b-68fd2d2c7d20" providerId="AD" clId="Web-{046E8FA8-466E-EAFC-ECE4-3BB5010C5FFF}" dt="2025-04-29T21:22:04.794" v="172"/>
          <ac:spMkLst>
            <pc:docMk/>
            <pc:sldMk cId="3622951163" sldId="261"/>
            <ac:spMk id="3" creationId="{3BA00198-C0C8-5135-E787-7CC5BADED56C}"/>
          </ac:spMkLst>
        </pc:spChg>
        <pc:spChg chg="mod">
          <ac:chgData name="Owen Kalbfleisch" userId="S::okalbfle@uccs.edu::83fc03d7-11e5-41c3-b26b-68fd2d2c7d20" providerId="AD" clId="Web-{046E8FA8-466E-EAFC-ECE4-3BB5010C5FFF}" dt="2025-04-29T21:22:59.842" v="202" actId="20577"/>
          <ac:spMkLst>
            <pc:docMk/>
            <pc:sldMk cId="3622951163" sldId="261"/>
            <ac:spMk id="4" creationId="{7BE84D8D-4454-59E8-7530-52FC0DD36628}"/>
          </ac:spMkLst>
        </pc:spChg>
        <pc:spChg chg="add">
          <ac:chgData name="Owen Kalbfleisch" userId="S::okalbfle@uccs.edu::83fc03d7-11e5-41c3-b26b-68fd2d2c7d20" providerId="AD" clId="Web-{046E8FA8-466E-EAFC-ECE4-3BB5010C5FFF}" dt="2025-04-29T21:22:20.216" v="177"/>
          <ac:spMkLst>
            <pc:docMk/>
            <pc:sldMk cId="3622951163" sldId="261"/>
            <ac:spMk id="11" creationId="{774A975B-A886-5202-0489-6965514A0D14}"/>
          </ac:spMkLst>
        </pc:spChg>
        <pc:spChg chg="add">
          <ac:chgData name="Owen Kalbfleisch" userId="S::okalbfle@uccs.edu::83fc03d7-11e5-41c3-b26b-68fd2d2c7d20" providerId="AD" clId="Web-{046E8FA8-466E-EAFC-ECE4-3BB5010C5FFF}" dt="2025-04-29T21:22:20.216" v="177"/>
          <ac:spMkLst>
            <pc:docMk/>
            <pc:sldMk cId="3622951163" sldId="261"/>
            <ac:spMk id="13" creationId="{9EE42DCE-4A4F-44C4-84E5-261B3BEEF1DA}"/>
          </ac:spMkLst>
        </pc:spChg>
        <pc:spChg chg="add">
          <ac:chgData name="Owen Kalbfleisch" userId="S::okalbfle@uccs.edu::83fc03d7-11e5-41c3-b26b-68fd2d2c7d20" providerId="AD" clId="Web-{046E8FA8-466E-EAFC-ECE4-3BB5010C5FFF}" dt="2025-04-29T21:22:20.216" v="177"/>
          <ac:spMkLst>
            <pc:docMk/>
            <pc:sldMk cId="3622951163" sldId="261"/>
            <ac:spMk id="15" creationId="{887F59F2-5FBC-40CD-AD35-376AECE49EA6}"/>
          </ac:spMkLst>
        </pc:spChg>
        <pc:picChg chg="add mod ord">
          <ac:chgData name="Owen Kalbfleisch" userId="S::okalbfle@uccs.edu::83fc03d7-11e5-41c3-b26b-68fd2d2c7d20" providerId="AD" clId="Web-{046E8FA8-466E-EAFC-ECE4-3BB5010C5FFF}" dt="2025-04-29T21:22:20.216" v="177"/>
          <ac:picMkLst>
            <pc:docMk/>
            <pc:sldMk cId="3622951163" sldId="261"/>
            <ac:picMk id="5" creationId="{E10A093A-2277-5173-1A08-D6DB9D747529}"/>
          </ac:picMkLst>
        </pc:picChg>
        <pc:picChg chg="add mod">
          <ac:chgData name="Owen Kalbfleisch" userId="S::okalbfle@uccs.edu::83fc03d7-11e5-41c3-b26b-68fd2d2c7d20" providerId="AD" clId="Web-{046E8FA8-466E-EAFC-ECE4-3BB5010C5FFF}" dt="2025-04-29T21:22:20.216" v="177"/>
          <ac:picMkLst>
            <pc:docMk/>
            <pc:sldMk cId="3622951163" sldId="261"/>
            <ac:picMk id="6" creationId="{12B6144A-039A-8A6C-9185-6DB4A6EB0242}"/>
          </ac:picMkLst>
        </pc:picChg>
      </pc:sldChg>
      <pc:sldChg chg="modSp new">
        <pc:chgData name="Owen Kalbfleisch" userId="S::okalbfle@uccs.edu::83fc03d7-11e5-41c3-b26b-68fd2d2c7d20" providerId="AD" clId="Web-{046E8FA8-466E-EAFC-ECE4-3BB5010C5FFF}" dt="2025-04-29T21:13:09.365" v="69" actId="20577"/>
        <pc:sldMkLst>
          <pc:docMk/>
          <pc:sldMk cId="4205124147" sldId="262"/>
        </pc:sldMkLst>
        <pc:spChg chg="mod">
          <ac:chgData name="Owen Kalbfleisch" userId="S::okalbfle@uccs.edu::83fc03d7-11e5-41c3-b26b-68fd2d2c7d20" providerId="AD" clId="Web-{046E8FA8-466E-EAFC-ECE4-3BB5010C5FFF}" dt="2025-04-29T21:12:01.068" v="63" actId="20577"/>
          <ac:spMkLst>
            <pc:docMk/>
            <pc:sldMk cId="4205124147" sldId="262"/>
            <ac:spMk id="2" creationId="{4C53D072-5E7C-98FC-050A-49E2D668B4C3}"/>
          </ac:spMkLst>
        </pc:spChg>
        <pc:spChg chg="mod">
          <ac:chgData name="Owen Kalbfleisch" userId="S::okalbfle@uccs.edu::83fc03d7-11e5-41c3-b26b-68fd2d2c7d20" providerId="AD" clId="Web-{046E8FA8-466E-EAFC-ECE4-3BB5010C5FFF}" dt="2025-04-29T21:13:09.365" v="69" actId="20577"/>
          <ac:spMkLst>
            <pc:docMk/>
            <pc:sldMk cId="4205124147" sldId="262"/>
            <ac:spMk id="3" creationId="{39C8C255-DF7F-BCE6-9C3E-A0B34D4849CC}"/>
          </ac:spMkLst>
        </pc:spChg>
      </pc:sldChg>
      <pc:sldMasterChg chg="del delSldLayout">
        <pc:chgData name="Owen Kalbfleisch" userId="S::okalbfle@uccs.edu::83fc03d7-11e5-41c3-b26b-68fd2d2c7d20" providerId="AD" clId="Web-{046E8FA8-466E-EAFC-ECE4-3BB5010C5FFF}" dt="2025-04-29T21:08:09.315" v="0"/>
        <pc:sldMasterMkLst>
          <pc:docMk/>
          <pc:sldMasterMk cId="2460954070" sldId="2147483660"/>
        </pc:sldMasterMkLst>
        <pc:sldLayoutChg chg="del">
          <pc:chgData name="Owen Kalbfleisch" userId="S::okalbfle@uccs.edu::83fc03d7-11e5-41c3-b26b-68fd2d2c7d20" providerId="AD" clId="Web-{046E8FA8-466E-EAFC-ECE4-3BB5010C5FFF}" dt="2025-04-29T21:08:09.315" v="0"/>
          <pc:sldLayoutMkLst>
            <pc:docMk/>
            <pc:sldMasterMk cId="2460954070" sldId="2147483660"/>
            <pc:sldLayoutMk cId="2385387890" sldId="2147483661"/>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949138452" sldId="2147483662"/>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2591524520" sldId="2147483663"/>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1203092039" sldId="2147483664"/>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3733172339" sldId="2147483665"/>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3210312558" sldId="2147483666"/>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3146388984" sldId="2147483667"/>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3171841454" sldId="2147483668"/>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1718958274" sldId="2147483669"/>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2202905451" sldId="2147483670"/>
          </pc:sldLayoutMkLst>
        </pc:sldLayoutChg>
        <pc:sldLayoutChg chg="del">
          <pc:chgData name="Owen Kalbfleisch" userId="S::okalbfle@uccs.edu::83fc03d7-11e5-41c3-b26b-68fd2d2c7d20" providerId="AD" clId="Web-{046E8FA8-466E-EAFC-ECE4-3BB5010C5FFF}" dt="2025-04-29T21:08:09.315" v="0"/>
          <pc:sldLayoutMkLst>
            <pc:docMk/>
            <pc:sldMasterMk cId="2460954070" sldId="2147483660"/>
            <pc:sldLayoutMk cId="3479445657" sldId="2147483671"/>
          </pc:sldLayoutMkLst>
        </pc:sldLayoutChg>
      </pc:sldMasterChg>
      <pc:sldMasterChg chg="add addSldLayout">
        <pc:chgData name="Owen Kalbfleisch" userId="S::okalbfle@uccs.edu::83fc03d7-11e5-41c3-b26b-68fd2d2c7d20" providerId="AD" clId="Web-{046E8FA8-466E-EAFC-ECE4-3BB5010C5FFF}" dt="2025-04-29T21:08:09.315" v="0"/>
        <pc:sldMasterMkLst>
          <pc:docMk/>
          <pc:sldMasterMk cId="3752435095" sldId="2147483695"/>
        </pc:sldMasterMkLst>
        <pc:sldLayoutChg chg="add">
          <pc:chgData name="Owen Kalbfleisch" userId="S::okalbfle@uccs.edu::83fc03d7-11e5-41c3-b26b-68fd2d2c7d20" providerId="AD" clId="Web-{046E8FA8-466E-EAFC-ECE4-3BB5010C5FFF}" dt="2025-04-29T21:08:09.315" v="0"/>
          <pc:sldLayoutMkLst>
            <pc:docMk/>
            <pc:sldMasterMk cId="3752435095" sldId="2147483695"/>
            <pc:sldLayoutMk cId="2792423210" sldId="2147483684"/>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2587532557" sldId="2147483685"/>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4086229913" sldId="2147483686"/>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1865568213" sldId="2147483687"/>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1568072492" sldId="2147483688"/>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2578873695" sldId="2147483689"/>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595597576" sldId="2147483690"/>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3660941343" sldId="2147483691"/>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3682853379" sldId="2147483692"/>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3080096250" sldId="2147483693"/>
          </pc:sldLayoutMkLst>
        </pc:sldLayoutChg>
        <pc:sldLayoutChg chg="add">
          <pc:chgData name="Owen Kalbfleisch" userId="S::okalbfle@uccs.edu::83fc03d7-11e5-41c3-b26b-68fd2d2c7d20" providerId="AD" clId="Web-{046E8FA8-466E-EAFC-ECE4-3BB5010C5FFF}" dt="2025-04-29T21:08:09.315" v="0"/>
          <pc:sldLayoutMkLst>
            <pc:docMk/>
            <pc:sldMasterMk cId="3752435095" sldId="2147483695"/>
            <pc:sldLayoutMk cId="3390211191" sldId="2147483694"/>
          </pc:sldLayoutMkLst>
        </pc:sldLayoutChg>
      </pc:sldMasterChg>
    </pc:docChg>
  </pc:docChgLst>
  <pc:docChgLst>
    <pc:chgData name="Owen Kalbfleisch" userId="83fc03d7-11e5-41c3-b26b-68fd2d2c7d20" providerId="ADAL" clId="{0B5B235F-B7BD-D143-8C06-5E7A57FB2DAD}"/>
    <pc:docChg chg="modSld">
      <pc:chgData name="Owen Kalbfleisch" userId="83fc03d7-11e5-41c3-b26b-68fd2d2c7d20" providerId="ADAL" clId="{0B5B235F-B7BD-D143-8C06-5E7A57FB2DAD}" dt="2025-04-29T21:59:11.287" v="1" actId="931"/>
      <pc:docMkLst>
        <pc:docMk/>
      </pc:docMkLst>
      <pc:sldChg chg="addSp">
        <pc:chgData name="Owen Kalbfleisch" userId="83fc03d7-11e5-41c3-b26b-68fd2d2c7d20" providerId="ADAL" clId="{0B5B235F-B7BD-D143-8C06-5E7A57FB2DAD}" dt="2025-04-29T21:59:11.287" v="1" actId="931"/>
        <pc:sldMkLst>
          <pc:docMk/>
          <pc:sldMk cId="3060117788" sldId="258"/>
        </pc:sldMkLst>
        <pc:picChg chg="add">
          <ac:chgData name="Owen Kalbfleisch" userId="83fc03d7-11e5-41c3-b26b-68fd2d2c7d20" providerId="ADAL" clId="{0B5B235F-B7BD-D143-8C06-5E7A57FB2DAD}" dt="2025-04-29T21:58:03.735" v="0" actId="931"/>
          <ac:picMkLst>
            <pc:docMk/>
            <pc:sldMk cId="3060117788" sldId="258"/>
            <ac:picMk id="4" creationId="{B5B0EB0F-EA9A-6CD2-93E1-7524C5BDEC6D}"/>
          </ac:picMkLst>
        </pc:picChg>
        <pc:picChg chg="add">
          <ac:chgData name="Owen Kalbfleisch" userId="83fc03d7-11e5-41c3-b26b-68fd2d2c7d20" providerId="ADAL" clId="{0B5B235F-B7BD-D143-8C06-5E7A57FB2DAD}" dt="2025-04-29T21:59:11.287" v="1" actId="931"/>
          <ac:picMkLst>
            <pc:docMk/>
            <pc:sldMk cId="3060117788" sldId="258"/>
            <ac:picMk id="5" creationId="{E0DE4CC8-D0DC-5FAE-9398-C06D3843A49B}"/>
          </ac:picMkLst>
        </pc:picChg>
      </pc:sldChg>
    </pc:docChg>
  </pc:docChgLst>
  <pc:docChgLst>
    <pc:chgData name="Owen Kalbfleisch" userId="S::okalbfle@uccs.edu::83fc03d7-11e5-41c3-b26b-68fd2d2c7d20" providerId="AD" clId="Web-{9187A8A9-2D99-84ED-7E6A-70AD13FB9FE5}"/>
    <pc:docChg chg="modSld">
      <pc:chgData name="Owen Kalbfleisch" userId="S::okalbfle@uccs.edu::83fc03d7-11e5-41c3-b26b-68fd2d2c7d20" providerId="AD" clId="Web-{9187A8A9-2D99-84ED-7E6A-70AD13FB9FE5}" dt="2025-05-04T23:44:05.949" v="17" actId="20577"/>
      <pc:docMkLst>
        <pc:docMk/>
      </pc:docMkLst>
      <pc:sldChg chg="modSp">
        <pc:chgData name="Owen Kalbfleisch" userId="S::okalbfle@uccs.edu::83fc03d7-11e5-41c3-b26b-68fd2d2c7d20" providerId="AD" clId="Web-{9187A8A9-2D99-84ED-7E6A-70AD13FB9FE5}" dt="2025-05-04T23:08:19.414" v="15" actId="20577"/>
        <pc:sldMkLst>
          <pc:docMk/>
          <pc:sldMk cId="109857222" sldId="256"/>
        </pc:sldMkLst>
        <pc:spChg chg="mod">
          <ac:chgData name="Owen Kalbfleisch" userId="S::okalbfle@uccs.edu::83fc03d7-11e5-41c3-b26b-68fd2d2c7d20" providerId="AD" clId="Web-{9187A8A9-2D99-84ED-7E6A-70AD13FB9FE5}" dt="2025-05-04T23:08:19.414" v="15" actId="20577"/>
          <ac:spMkLst>
            <pc:docMk/>
            <pc:sldMk cId="109857222" sldId="256"/>
            <ac:spMk id="2" creationId="{00000000-0000-0000-0000-000000000000}"/>
          </ac:spMkLst>
        </pc:spChg>
      </pc:sldChg>
      <pc:sldChg chg="modSp">
        <pc:chgData name="Owen Kalbfleisch" userId="S::okalbfle@uccs.edu::83fc03d7-11e5-41c3-b26b-68fd2d2c7d20" providerId="AD" clId="Web-{9187A8A9-2D99-84ED-7E6A-70AD13FB9FE5}" dt="2025-05-04T23:44:05.949" v="17" actId="20577"/>
        <pc:sldMkLst>
          <pc:docMk/>
          <pc:sldMk cId="3060117788" sldId="258"/>
        </pc:sldMkLst>
        <pc:spChg chg="mod">
          <ac:chgData name="Owen Kalbfleisch" userId="S::okalbfle@uccs.edu::83fc03d7-11e5-41c3-b26b-68fd2d2c7d20" providerId="AD" clId="Web-{9187A8A9-2D99-84ED-7E6A-70AD13FB9FE5}" dt="2025-05-04T23:44:05.949" v="17" actId="20577"/>
          <ac:spMkLst>
            <pc:docMk/>
            <pc:sldMk cId="3060117788" sldId="258"/>
            <ac:spMk id="3" creationId="{2A4DD494-C3B7-40C1-BF39-2E9D2BAB23B1}"/>
          </ac:spMkLst>
        </pc:spChg>
      </pc:sldChg>
      <pc:sldChg chg="modSp">
        <pc:chgData name="Owen Kalbfleisch" userId="S::okalbfle@uccs.edu::83fc03d7-11e5-41c3-b26b-68fd2d2c7d20" providerId="AD" clId="Web-{9187A8A9-2D99-84ED-7E6A-70AD13FB9FE5}" dt="2025-05-04T23:01:23.043" v="1" actId="20577"/>
        <pc:sldMkLst>
          <pc:docMk/>
          <pc:sldMk cId="3864596831" sldId="263"/>
        </pc:sldMkLst>
        <pc:spChg chg="mod">
          <ac:chgData name="Owen Kalbfleisch" userId="S::okalbfle@uccs.edu::83fc03d7-11e5-41c3-b26b-68fd2d2c7d20" providerId="AD" clId="Web-{9187A8A9-2D99-84ED-7E6A-70AD13FB9FE5}" dt="2025-05-04T23:01:23.043" v="1" actId="20577"/>
          <ac:spMkLst>
            <pc:docMk/>
            <pc:sldMk cId="3864596831" sldId="263"/>
            <ac:spMk id="3" creationId="{6C5BCB1F-DCC2-56C7-FFEB-2E115058333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9559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60941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2853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80096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90211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6807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92423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87532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86229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65568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8873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5243509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owenkalb/Website-Privacy-Rating-Extens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7869" y="978408"/>
            <a:ext cx="11153213" cy="3421942"/>
          </a:xfrm>
        </p:spPr>
        <p:txBody>
          <a:bodyPr anchor="t">
            <a:normAutofit/>
          </a:bodyPr>
          <a:lstStyle/>
          <a:p>
            <a:r>
              <a:rPr lang="en-US" sz="8800" dirty="0"/>
              <a:t>CS4930 Semester Project</a:t>
            </a:r>
          </a:p>
        </p:txBody>
      </p:sp>
      <p:sp>
        <p:nvSpPr>
          <p:cNvPr id="3" name="Subtitle 2"/>
          <p:cNvSpPr>
            <a:spLocks noGrp="1"/>
          </p:cNvSpPr>
          <p:nvPr>
            <p:ph type="subTitle" idx="1"/>
          </p:nvPr>
        </p:nvSpPr>
        <p:spPr>
          <a:xfrm>
            <a:off x="517869" y="4763659"/>
            <a:ext cx="8092731" cy="1082957"/>
          </a:xfrm>
        </p:spPr>
        <p:txBody>
          <a:bodyPr anchor="b">
            <a:normAutofit/>
          </a:bodyPr>
          <a:lstStyle/>
          <a:p>
            <a:r>
              <a:rPr lang="en-US"/>
              <a:t>Aziz Alghamdi &amp; Owen Kalbfleisch</a:t>
            </a:r>
          </a:p>
        </p:txBody>
      </p:sp>
      <p:sp>
        <p:nvSpPr>
          <p:cNvPr id="10" name="Freeform: Shape 9">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74BCF1CC-D6F1-21D9-307D-C36BA9E87F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209925"/>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BABEE-E24C-2308-935F-F8BF18886F84}"/>
              </a:ext>
            </a:extLst>
          </p:cNvPr>
          <p:cNvSpPr>
            <a:spLocks noGrp="1"/>
          </p:cNvSpPr>
          <p:nvPr>
            <p:ph type="title"/>
          </p:nvPr>
        </p:nvSpPr>
        <p:spPr>
          <a:xfrm>
            <a:off x="521208" y="978408"/>
            <a:ext cx="6281928" cy="1463040"/>
          </a:xfrm>
        </p:spPr>
        <p:txBody>
          <a:bodyPr>
            <a:normAutofit/>
          </a:bodyPr>
          <a:lstStyle/>
          <a:p>
            <a:r>
              <a:rPr lang="en-US"/>
              <a:t>About our Project</a:t>
            </a:r>
          </a:p>
        </p:txBody>
      </p:sp>
      <p:sp>
        <p:nvSpPr>
          <p:cNvPr id="11" name="Rectangle 10">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4DD494-C3B7-40C1-BF39-2E9D2BAB23B1}"/>
              </a:ext>
            </a:extLst>
          </p:cNvPr>
          <p:cNvSpPr>
            <a:spLocks noGrp="1"/>
          </p:cNvSpPr>
          <p:nvPr>
            <p:ph idx="1"/>
          </p:nvPr>
        </p:nvSpPr>
        <p:spPr>
          <a:xfrm>
            <a:off x="521208" y="2578608"/>
            <a:ext cx="6281928" cy="3767328"/>
          </a:xfrm>
        </p:spPr>
        <p:txBody>
          <a:bodyPr vert="horz" lIns="91440" tIns="45720" rIns="91440" bIns="45720" rtlCol="0" anchor="t">
            <a:normAutofit/>
          </a:bodyPr>
          <a:lstStyle/>
          <a:p>
            <a:pPr marL="0" indent="0">
              <a:buNone/>
            </a:pPr>
            <a:r>
              <a:rPr lang="en-US" dirty="0"/>
              <a:t>Our semester project is a browser extension that helps users understand how private and secure the websites they visit really are. It checks for things like trackers, cookie behavior, and whether the site uses secure connections. It uses AI to review the site's privacy policy and gives the website an easy-to-understand privacy score. This helps users make smarter choices about which sites they trust with their personal information.</a:t>
            </a:r>
          </a:p>
        </p:txBody>
      </p:sp>
      <p:pic>
        <p:nvPicPr>
          <p:cNvPr id="4" name="Picture 3">
            <a:extLst>
              <a:ext uri="{FF2B5EF4-FFF2-40B4-BE49-F238E27FC236}">
                <a16:creationId xmlns:a16="http://schemas.microsoft.com/office/drawing/2014/main" id="{B5B0EB0F-EA9A-6CD2-93E1-7524C5BDEC6D}"/>
              </a:ext>
            </a:extLst>
          </p:cNvPr>
          <p:cNvPicPr>
            <a:picLocks noChangeAspect="1"/>
          </p:cNvPicPr>
          <p:nvPr/>
        </p:nvPicPr>
        <p:blipFill>
          <a:blip r:embed="rId2">
            <a:extLst>
              <a:ext uri="{28A0092B-C50C-407E-A947-70E740481C1C}">
                <a14:useLocalDpi xmlns:a14="http://schemas.microsoft.com/office/drawing/2010/main" val="0"/>
              </a:ext>
            </a:extLst>
          </a:blip>
          <a:srcRect l="16860" t="2222" r="17375" b="3611"/>
          <a:stretch/>
        </p:blipFill>
        <p:spPr>
          <a:xfrm>
            <a:off x="7310270" y="506858"/>
            <a:ext cx="4356461" cy="2885023"/>
          </a:xfrm>
          <a:prstGeom prst="rect">
            <a:avLst/>
          </a:prstGeom>
        </p:spPr>
      </p:pic>
      <p:pic>
        <p:nvPicPr>
          <p:cNvPr id="5" name="Picture 4">
            <a:extLst>
              <a:ext uri="{FF2B5EF4-FFF2-40B4-BE49-F238E27FC236}">
                <a16:creationId xmlns:a16="http://schemas.microsoft.com/office/drawing/2014/main" id="{E0DE4CC8-D0DC-5FAE-9398-C06D3843A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4962" y="3496671"/>
            <a:ext cx="2973493" cy="3023627"/>
          </a:xfrm>
          <a:prstGeom prst="rect">
            <a:avLst/>
          </a:prstGeom>
        </p:spPr>
      </p:pic>
    </p:spTree>
    <p:extLst>
      <p:ext uri="{BB962C8B-B14F-4D97-AF65-F5344CB8AC3E}">
        <p14:creationId xmlns:p14="http://schemas.microsoft.com/office/powerpoint/2010/main" val="306011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 name="Rectangle 19">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E83FBA-CA03-9067-5245-41F4EF840FF5}"/>
              </a:ext>
            </a:extLst>
          </p:cNvPr>
          <p:cNvSpPr>
            <a:spLocks noGrp="1"/>
          </p:cNvSpPr>
          <p:nvPr>
            <p:ph type="title"/>
          </p:nvPr>
        </p:nvSpPr>
        <p:spPr>
          <a:xfrm>
            <a:off x="517869" y="1000768"/>
            <a:ext cx="3566452" cy="2985582"/>
          </a:xfrm>
        </p:spPr>
        <p:txBody>
          <a:bodyPr vert="horz" lIns="91440" tIns="45720" rIns="91440" bIns="45720" rtlCol="0" anchor="b">
            <a:normAutofit/>
          </a:bodyPr>
          <a:lstStyle/>
          <a:p>
            <a:r>
              <a:rPr lang="en-US" sz="4800"/>
              <a:t>Project Schedule</a:t>
            </a:r>
          </a:p>
        </p:txBody>
      </p:sp>
      <p:sp>
        <p:nvSpPr>
          <p:cNvPr id="21" name="Freeform: Shape 20">
            <a:extLst>
              <a:ext uri="{FF2B5EF4-FFF2-40B4-BE49-F238E27FC236}">
                <a16:creationId xmlns:a16="http://schemas.microsoft.com/office/drawing/2014/main" id="{BD0C058D-27D4-3139-E199-E2C11099B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Picture">
            <a:extLst>
              <a:ext uri="{FF2B5EF4-FFF2-40B4-BE49-F238E27FC236}">
                <a16:creationId xmlns:a16="http://schemas.microsoft.com/office/drawing/2014/main" id="{6329A0BC-81D7-6F5C-6B84-2C6E9EF5FA8C}"/>
              </a:ext>
            </a:extLst>
          </p:cNvPr>
          <p:cNvPicPr>
            <a:picLocks noChangeAspect="1"/>
          </p:cNvPicPr>
          <p:nvPr/>
        </p:nvPicPr>
        <p:blipFill>
          <a:blip r:embed="rId2"/>
          <a:stretch>
            <a:fillRect/>
          </a:stretch>
        </p:blipFill>
        <p:spPr>
          <a:xfrm>
            <a:off x="4337595" y="1159577"/>
            <a:ext cx="7333488" cy="4638430"/>
          </a:xfrm>
          <a:prstGeom prst="rect">
            <a:avLst/>
          </a:prstGeom>
        </p:spPr>
      </p:pic>
      <p:sp>
        <p:nvSpPr>
          <p:cNvPr id="17" name="Freeform: Shape 16">
            <a:extLst>
              <a:ext uri="{FF2B5EF4-FFF2-40B4-BE49-F238E27FC236}">
                <a16:creationId xmlns:a16="http://schemas.microsoft.com/office/drawing/2014/main" id="{E94E0531-D614-3CB6-996E-FF0184A33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0408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645A8-A082-BBF1-5E2C-53ADE7603B9E}"/>
              </a:ext>
            </a:extLst>
          </p:cNvPr>
          <p:cNvSpPr>
            <a:spLocks noGrp="1"/>
          </p:cNvSpPr>
          <p:nvPr>
            <p:ph type="title"/>
          </p:nvPr>
        </p:nvSpPr>
        <p:spPr>
          <a:xfrm>
            <a:off x="521208" y="978408"/>
            <a:ext cx="6300216" cy="1463040"/>
          </a:xfrm>
        </p:spPr>
        <p:txBody>
          <a:bodyPr vert="horz" lIns="91440" tIns="45720" rIns="91440" bIns="45720" rtlCol="0" anchor="t">
            <a:normAutofit/>
          </a:bodyPr>
          <a:lstStyle/>
          <a:p>
            <a:r>
              <a:rPr lang="en-US" b="1" kern="1200">
                <a:solidFill>
                  <a:schemeClr val="tx1"/>
                </a:solidFill>
                <a:latin typeface="+mj-lt"/>
                <a:ea typeface="+mj-ea"/>
                <a:cs typeface="+mj-cs"/>
              </a:rPr>
              <a:t>Configuration Management</a:t>
            </a:r>
          </a:p>
        </p:txBody>
      </p:sp>
      <p:sp>
        <p:nvSpPr>
          <p:cNvPr id="15" name="Rectangle 14">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7BE84D8D-4454-59E8-7530-52FC0DD36628}"/>
              </a:ext>
            </a:extLst>
          </p:cNvPr>
          <p:cNvSpPr>
            <a:spLocks noGrp="1"/>
          </p:cNvSpPr>
          <p:nvPr>
            <p:ph type="body" sz="half" idx="2"/>
          </p:nvPr>
        </p:nvSpPr>
        <p:spPr>
          <a:xfrm>
            <a:off x="521208" y="2578608"/>
            <a:ext cx="6300216" cy="3767328"/>
          </a:xfrm>
        </p:spPr>
        <p:txBody>
          <a:bodyPr vert="horz" lIns="91440" tIns="45720" rIns="91440" bIns="45720" rtlCol="0" anchor="t">
            <a:normAutofit/>
          </a:bodyPr>
          <a:lstStyle/>
          <a:p>
            <a:pPr indent="-228600">
              <a:buFont typeface="Arial" panose="020B0604020202020204" pitchFamily="34" charset="0"/>
              <a:buChar char="•"/>
            </a:pPr>
            <a:r>
              <a:rPr lang="en-US"/>
              <a:t>GitHub</a:t>
            </a:r>
          </a:p>
          <a:p>
            <a:pPr lvl="1" indent="-228600">
              <a:buFont typeface="Courier New" panose="020B0604020202020204" pitchFamily="34" charset="0"/>
              <a:buChar char="o"/>
            </a:pPr>
            <a:r>
              <a:rPr lang="en-US" sz="1800">
                <a:ea typeface="+mn-lt"/>
                <a:cs typeface="+mn-lt"/>
              </a:rPr>
              <a:t>We used GitHub to track changes, collaborate on code, and maintain version control throughout the development process. It allowed us to manage updates and ensure the stability of our browser extension.</a:t>
            </a:r>
          </a:p>
          <a:p>
            <a:pPr indent="-228600">
              <a:buFont typeface="Arial" panose="020B0604020202020204" pitchFamily="34" charset="0"/>
              <a:buChar char="•"/>
            </a:pPr>
            <a:endParaRPr lang="en-US"/>
          </a:p>
          <a:p>
            <a:pPr indent="-228600">
              <a:buFont typeface="Arial" panose="020B0604020202020204" pitchFamily="34" charset="0"/>
              <a:buChar char="•"/>
            </a:pPr>
            <a:endParaRPr lang="en-US" i="1"/>
          </a:p>
        </p:txBody>
      </p:sp>
      <p:pic>
        <p:nvPicPr>
          <p:cNvPr id="6" name="Picture 5" descr="New GitHub Logo - The GitHub Blog">
            <a:extLst>
              <a:ext uri="{FF2B5EF4-FFF2-40B4-BE49-F238E27FC236}">
                <a16:creationId xmlns:a16="http://schemas.microsoft.com/office/drawing/2014/main" id="{12B6144A-039A-8A6C-9185-6DB4A6EB0242}"/>
              </a:ext>
            </a:extLst>
          </p:cNvPr>
          <p:cNvPicPr>
            <a:picLocks noChangeAspect="1"/>
          </p:cNvPicPr>
          <p:nvPr/>
        </p:nvPicPr>
        <p:blipFill>
          <a:blip r:embed="rId2"/>
          <a:srcRect l="9184" r="8902" b="-1"/>
          <a:stretch/>
        </p:blipFill>
        <p:spPr>
          <a:xfrm>
            <a:off x="7492735" y="2039488"/>
            <a:ext cx="4014541" cy="2779410"/>
          </a:xfrm>
          <a:prstGeom prst="rect">
            <a:avLst/>
          </a:prstGeom>
        </p:spPr>
      </p:pic>
    </p:spTree>
    <p:extLst>
      <p:ext uri="{BB962C8B-B14F-4D97-AF65-F5344CB8AC3E}">
        <p14:creationId xmlns:p14="http://schemas.microsoft.com/office/powerpoint/2010/main" val="3622951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06B60-97C3-7799-3B2D-DEA3C3519385}"/>
              </a:ext>
            </a:extLst>
          </p:cNvPr>
          <p:cNvSpPr>
            <a:spLocks noGrp="1"/>
          </p:cNvSpPr>
          <p:nvPr>
            <p:ph type="title"/>
          </p:nvPr>
        </p:nvSpPr>
        <p:spPr>
          <a:xfrm>
            <a:off x="521208" y="978408"/>
            <a:ext cx="5168538" cy="1463040"/>
          </a:xfrm>
        </p:spPr>
        <p:txBody>
          <a:bodyPr/>
          <a:lstStyle/>
          <a:p>
            <a:r>
              <a:rPr lang="en-US"/>
              <a:t>Project Design</a:t>
            </a:r>
          </a:p>
        </p:txBody>
      </p:sp>
      <p:pic>
        <p:nvPicPr>
          <p:cNvPr id="7" name="Picture 6" descr="Css Logo Images – Browse 3,810 Stock ...">
            <a:extLst>
              <a:ext uri="{FF2B5EF4-FFF2-40B4-BE49-F238E27FC236}">
                <a16:creationId xmlns:a16="http://schemas.microsoft.com/office/drawing/2014/main" id="{7D56E03B-C4CF-B2A3-AC19-74B796B141F7}"/>
              </a:ext>
            </a:extLst>
          </p:cNvPr>
          <p:cNvPicPr>
            <a:picLocks noChangeAspect="1"/>
          </p:cNvPicPr>
          <p:nvPr/>
        </p:nvPicPr>
        <p:blipFill>
          <a:blip r:embed="rId2"/>
          <a:srcRect l="7389" t="14399" r="63054" b="14783"/>
          <a:stretch/>
        </p:blipFill>
        <p:spPr>
          <a:xfrm>
            <a:off x="7936265" y="981019"/>
            <a:ext cx="1510624" cy="2057209"/>
          </a:xfrm>
          <a:prstGeom prst="rect">
            <a:avLst/>
          </a:prstGeom>
        </p:spPr>
      </p:pic>
      <p:pic>
        <p:nvPicPr>
          <p:cNvPr id="8" name="Picture 7" descr="Css Logo Images – Browse 3,810 Stock ...">
            <a:extLst>
              <a:ext uri="{FF2B5EF4-FFF2-40B4-BE49-F238E27FC236}">
                <a16:creationId xmlns:a16="http://schemas.microsoft.com/office/drawing/2014/main" id="{34681B3D-BD1C-073E-6603-7CC7DE761187}"/>
              </a:ext>
            </a:extLst>
          </p:cNvPr>
          <p:cNvPicPr>
            <a:picLocks noChangeAspect="1"/>
          </p:cNvPicPr>
          <p:nvPr/>
        </p:nvPicPr>
        <p:blipFill>
          <a:blip r:embed="rId2"/>
          <a:srcRect l="63054" t="17391" r="7192" b="12870"/>
          <a:stretch/>
        </p:blipFill>
        <p:spPr>
          <a:xfrm>
            <a:off x="7936265" y="3075693"/>
            <a:ext cx="1502161" cy="2039832"/>
          </a:xfrm>
          <a:prstGeom prst="rect">
            <a:avLst/>
          </a:prstGeom>
        </p:spPr>
      </p:pic>
      <p:sp>
        <p:nvSpPr>
          <p:cNvPr id="10" name="Content Placeholder 9">
            <a:extLst>
              <a:ext uri="{FF2B5EF4-FFF2-40B4-BE49-F238E27FC236}">
                <a16:creationId xmlns:a16="http://schemas.microsoft.com/office/drawing/2014/main" id="{B9E0EFAE-317F-736E-CDAA-3F5AD8A0880D}"/>
              </a:ext>
            </a:extLst>
          </p:cNvPr>
          <p:cNvSpPr>
            <a:spLocks noGrp="1"/>
          </p:cNvSpPr>
          <p:nvPr>
            <p:ph sz="half" idx="1"/>
          </p:nvPr>
        </p:nvSpPr>
        <p:spPr>
          <a:xfrm>
            <a:off x="521208" y="1788386"/>
            <a:ext cx="5166360" cy="4628105"/>
          </a:xfrm>
        </p:spPr>
        <p:txBody>
          <a:bodyPr vert="horz" lIns="91440" tIns="45720" rIns="91440" bIns="45720" rtlCol="0" anchor="t">
            <a:normAutofit fontScale="55000" lnSpcReduction="20000"/>
          </a:bodyPr>
          <a:lstStyle/>
          <a:p>
            <a:r>
              <a:rPr lang="en-US" sz="3600" b="1"/>
              <a:t>HTML</a:t>
            </a:r>
            <a:endParaRPr lang="en-US" sz="3600"/>
          </a:p>
          <a:p>
            <a:pPr lvl="1">
              <a:buFont typeface="Courier New" panose="020B0604020202020204" pitchFamily="34" charset="0"/>
              <a:buChar char="o"/>
            </a:pPr>
            <a:r>
              <a:rPr lang="en-US" sz="3400"/>
              <a:t>Used to structure the extension's popup interface and settings page, defining the layout of elements like buttons and rating displays.</a:t>
            </a:r>
          </a:p>
          <a:p>
            <a:r>
              <a:rPr lang="en-US" sz="3600" b="1"/>
              <a:t>JavaScript</a:t>
            </a:r>
          </a:p>
          <a:p>
            <a:pPr lvl="1">
              <a:buFont typeface="Courier New" panose="020B0604020202020204" pitchFamily="34" charset="0"/>
              <a:buChar char="o"/>
            </a:pPr>
            <a:r>
              <a:rPr lang="en-US" sz="3400">
                <a:ea typeface="+mn-lt"/>
                <a:cs typeface="+mn-lt"/>
              </a:rPr>
              <a:t>Handles DOM manipulation, user interactions, privacy analysis logic, and communication with APIs and background scripts.</a:t>
            </a:r>
            <a:endParaRPr lang="en-US" sz="3400"/>
          </a:p>
          <a:p>
            <a:r>
              <a:rPr lang="en-US" sz="3600" b="1" err="1"/>
              <a:t>OpenRouter</a:t>
            </a:r>
            <a:endParaRPr lang="en-US" sz="3600" b="1"/>
          </a:p>
          <a:p>
            <a:pPr lvl="1">
              <a:buFont typeface="Courier New" panose="020B0604020202020204" pitchFamily="34" charset="0"/>
              <a:buChar char="o"/>
            </a:pPr>
            <a:r>
              <a:rPr lang="en-US" sz="3400"/>
              <a:t>Used to integrate AI models via API calls, enabling natural language analysis of privacy policies or generating privacy ratings based on website behavior.</a:t>
            </a:r>
          </a:p>
        </p:txBody>
      </p:sp>
      <p:pic>
        <p:nvPicPr>
          <p:cNvPr id="11" name="Picture 10" descr="OpenRouter Quickstart Guide | Developer ...">
            <a:extLst>
              <a:ext uri="{FF2B5EF4-FFF2-40B4-BE49-F238E27FC236}">
                <a16:creationId xmlns:a16="http://schemas.microsoft.com/office/drawing/2014/main" id="{656159E6-76A3-D27C-677C-382E57C7D59B}"/>
              </a:ext>
            </a:extLst>
          </p:cNvPr>
          <p:cNvPicPr>
            <a:picLocks noChangeAspect="1"/>
          </p:cNvPicPr>
          <p:nvPr/>
        </p:nvPicPr>
        <p:blipFill>
          <a:blip r:embed="rId3"/>
          <a:stretch>
            <a:fillRect/>
          </a:stretch>
        </p:blipFill>
        <p:spPr>
          <a:xfrm>
            <a:off x="6839831" y="5171194"/>
            <a:ext cx="3705225" cy="1228725"/>
          </a:xfrm>
          <a:prstGeom prst="rect">
            <a:avLst/>
          </a:prstGeom>
        </p:spPr>
      </p:pic>
    </p:spTree>
    <p:extLst>
      <p:ext uri="{BB962C8B-B14F-4D97-AF65-F5344CB8AC3E}">
        <p14:creationId xmlns:p14="http://schemas.microsoft.com/office/powerpoint/2010/main" val="1323526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B8FBC-51A5-ACBD-93AC-EBEA7FAB4A5E}"/>
              </a:ext>
            </a:extLst>
          </p:cNvPr>
          <p:cNvSpPr>
            <a:spLocks noGrp="1"/>
          </p:cNvSpPr>
          <p:nvPr>
            <p:ph type="title"/>
          </p:nvPr>
        </p:nvSpPr>
        <p:spPr/>
        <p:txBody>
          <a:bodyPr/>
          <a:lstStyle/>
          <a:p>
            <a:r>
              <a:rPr lang="en-US"/>
              <a:t>Project Design Cont.</a:t>
            </a:r>
          </a:p>
        </p:txBody>
      </p:sp>
      <p:sp>
        <p:nvSpPr>
          <p:cNvPr id="3" name="Content Placeholder 2">
            <a:extLst>
              <a:ext uri="{FF2B5EF4-FFF2-40B4-BE49-F238E27FC236}">
                <a16:creationId xmlns:a16="http://schemas.microsoft.com/office/drawing/2014/main" id="{29845F2B-4D72-32C3-73B1-D8F91E7F358E}"/>
              </a:ext>
            </a:extLst>
          </p:cNvPr>
          <p:cNvSpPr>
            <a:spLocks noGrp="1"/>
          </p:cNvSpPr>
          <p:nvPr>
            <p:ph sz="half" idx="1"/>
          </p:nvPr>
        </p:nvSpPr>
        <p:spPr/>
        <p:txBody>
          <a:bodyPr vert="horz" lIns="91440" tIns="45720" rIns="91440" bIns="45720" rtlCol="0" anchor="t">
            <a:normAutofit fontScale="62500" lnSpcReduction="20000"/>
          </a:bodyPr>
          <a:lstStyle/>
          <a:p>
            <a:pPr marL="0" indent="0">
              <a:buNone/>
            </a:pPr>
            <a:r>
              <a:rPr lang="en-US" b="1">
                <a:ea typeface="+mn-lt"/>
                <a:cs typeface="+mn-lt"/>
              </a:rPr>
              <a:t>User Interface (UI)</a:t>
            </a:r>
            <a:endParaRPr lang="en-US"/>
          </a:p>
          <a:p>
            <a:pPr marL="0" indent="0">
              <a:buNone/>
            </a:pPr>
            <a:r>
              <a:rPr lang="en-US" b="1">
                <a:ea typeface="+mn-lt"/>
                <a:cs typeface="+mn-lt"/>
              </a:rPr>
              <a:t> Popup Window</a:t>
            </a:r>
            <a:r>
              <a:rPr lang="en-US">
                <a:ea typeface="+mn-lt"/>
                <a:cs typeface="+mn-lt"/>
              </a:rPr>
              <a:t>: Appears when the extension icon is clicked</a:t>
            </a:r>
            <a:endParaRPr lang="en-US"/>
          </a:p>
          <a:p>
            <a:pPr marL="457200" lvl="1" indent="0">
              <a:buNone/>
            </a:pPr>
            <a:r>
              <a:rPr lang="en-US">
                <a:ea typeface="+mn-lt"/>
                <a:cs typeface="+mn-lt"/>
              </a:rPr>
              <a:t>Displays privacy score (color-coded or numerical)</a:t>
            </a:r>
            <a:endParaRPr lang="en-US"/>
          </a:p>
          <a:p>
            <a:pPr marL="457200" lvl="1" indent="0">
              <a:buNone/>
            </a:pPr>
            <a:r>
              <a:rPr lang="en-US">
                <a:ea typeface="+mn-lt"/>
                <a:cs typeface="+mn-lt"/>
              </a:rPr>
              <a:t>Basic info about trackers, cookies, and connection security</a:t>
            </a:r>
            <a:endParaRPr lang="en-US"/>
          </a:p>
          <a:p>
            <a:pPr marL="457200" lvl="1" indent="0">
              <a:buNone/>
            </a:pPr>
            <a:r>
              <a:rPr lang="en-US">
                <a:ea typeface="+mn-lt"/>
                <a:cs typeface="+mn-lt"/>
              </a:rPr>
              <a:t>Button for detailed policy analysis</a:t>
            </a:r>
            <a:endParaRPr lang="en-US"/>
          </a:p>
          <a:p>
            <a:pPr marL="0" indent="0">
              <a:buNone/>
            </a:pPr>
            <a:r>
              <a:rPr lang="en-US" b="1">
                <a:ea typeface="+mn-lt"/>
                <a:cs typeface="+mn-lt"/>
              </a:rPr>
              <a:t>Core Components</a:t>
            </a:r>
          </a:p>
          <a:p>
            <a:pPr marL="0" indent="0">
              <a:buNone/>
            </a:pPr>
            <a:r>
              <a:rPr lang="en-US" b="1">
                <a:ea typeface="+mn-lt"/>
                <a:cs typeface="+mn-lt"/>
              </a:rPr>
              <a:t> Content Script</a:t>
            </a:r>
            <a:endParaRPr lang="en-US"/>
          </a:p>
          <a:p>
            <a:pPr marL="457200" lvl="1" indent="0">
              <a:buNone/>
            </a:pPr>
            <a:r>
              <a:rPr lang="en-US">
                <a:ea typeface="+mn-lt"/>
                <a:cs typeface="+mn-lt"/>
              </a:rPr>
              <a:t>Injected into websites to detect trackers and cookies</a:t>
            </a:r>
            <a:endParaRPr lang="en-US"/>
          </a:p>
          <a:p>
            <a:pPr marL="457200" lvl="1" indent="0">
              <a:buNone/>
            </a:pPr>
            <a:r>
              <a:rPr lang="en-US">
                <a:ea typeface="+mn-lt"/>
                <a:cs typeface="+mn-lt"/>
              </a:rPr>
              <a:t>Sends data to background script</a:t>
            </a:r>
            <a:endParaRPr lang="en-US"/>
          </a:p>
          <a:p>
            <a:pPr marL="0" indent="0">
              <a:buNone/>
            </a:pPr>
            <a:r>
              <a:rPr lang="en-US" b="1">
                <a:ea typeface="+mn-lt"/>
                <a:cs typeface="+mn-lt"/>
              </a:rPr>
              <a:t> Background Script</a:t>
            </a:r>
            <a:endParaRPr lang="en-US"/>
          </a:p>
          <a:p>
            <a:pPr marL="457200" lvl="1" indent="0">
              <a:buNone/>
            </a:pPr>
            <a:r>
              <a:rPr lang="en-US">
                <a:ea typeface="+mn-lt"/>
                <a:cs typeface="+mn-lt"/>
              </a:rPr>
              <a:t>Handles API calls and logic</a:t>
            </a:r>
            <a:endParaRPr lang="en-US"/>
          </a:p>
          <a:p>
            <a:pPr marL="457200" lvl="1" indent="0">
              <a:buNone/>
            </a:pPr>
            <a:r>
              <a:rPr lang="en-US">
                <a:ea typeface="+mn-lt"/>
                <a:cs typeface="+mn-lt"/>
              </a:rPr>
              <a:t>Communicates between content script and popup</a:t>
            </a:r>
            <a:endParaRPr lang="en-US"/>
          </a:p>
          <a:p>
            <a:pPr marL="457200" lvl="1" indent="0">
              <a:buNone/>
            </a:pPr>
            <a:r>
              <a:rPr lang="en-US">
                <a:ea typeface="+mn-lt"/>
                <a:cs typeface="+mn-lt"/>
              </a:rPr>
              <a:t>Calls </a:t>
            </a:r>
            <a:r>
              <a:rPr lang="en-US" err="1">
                <a:ea typeface="+mn-lt"/>
                <a:cs typeface="+mn-lt"/>
              </a:rPr>
              <a:t>OpenRouter</a:t>
            </a:r>
            <a:r>
              <a:rPr lang="en-US">
                <a:ea typeface="+mn-lt"/>
                <a:cs typeface="+mn-lt"/>
              </a:rPr>
              <a:t> API for AI-based policy analysis</a:t>
            </a:r>
            <a:endParaRPr lang="en-US"/>
          </a:p>
          <a:p>
            <a:pPr>
              <a:buAutoNum type="arabicPeriod"/>
            </a:pPr>
            <a:endParaRPr lang="en-US"/>
          </a:p>
        </p:txBody>
      </p:sp>
      <p:sp>
        <p:nvSpPr>
          <p:cNvPr id="4" name="Content Placeholder 3">
            <a:extLst>
              <a:ext uri="{FF2B5EF4-FFF2-40B4-BE49-F238E27FC236}">
                <a16:creationId xmlns:a16="http://schemas.microsoft.com/office/drawing/2014/main" id="{65C7D2DD-03AD-EF86-C113-94C6292D72B3}"/>
              </a:ext>
            </a:extLst>
          </p:cNvPr>
          <p:cNvSpPr>
            <a:spLocks noGrp="1"/>
          </p:cNvSpPr>
          <p:nvPr>
            <p:ph sz="half" idx="2"/>
          </p:nvPr>
        </p:nvSpPr>
        <p:spPr/>
        <p:txBody>
          <a:bodyPr vert="horz" lIns="91440" tIns="45720" rIns="91440" bIns="45720" rtlCol="0" anchor="t">
            <a:normAutofit fontScale="62500" lnSpcReduction="20000"/>
          </a:bodyPr>
          <a:lstStyle/>
          <a:p>
            <a:pPr marL="0" indent="0">
              <a:buNone/>
            </a:pPr>
            <a:r>
              <a:rPr lang="en-US" b="1">
                <a:ea typeface="+mn-lt"/>
                <a:cs typeface="+mn-lt"/>
              </a:rPr>
              <a:t>Privacy Rating System</a:t>
            </a:r>
            <a:endParaRPr lang="en-US"/>
          </a:p>
          <a:p>
            <a:pPr marL="0" indent="0">
              <a:buNone/>
            </a:pPr>
            <a:r>
              <a:rPr lang="en-US">
                <a:ea typeface="+mn-lt"/>
                <a:cs typeface="+mn-lt"/>
              </a:rPr>
              <a:t> Combines multiple factors:</a:t>
            </a:r>
            <a:endParaRPr lang="en-US"/>
          </a:p>
          <a:p>
            <a:pPr marL="457200" lvl="1" indent="0">
              <a:buNone/>
            </a:pPr>
            <a:r>
              <a:rPr lang="en-US">
                <a:ea typeface="+mn-lt"/>
                <a:cs typeface="+mn-lt"/>
              </a:rPr>
              <a:t>Number and type of trackers</a:t>
            </a:r>
            <a:endParaRPr lang="en-US"/>
          </a:p>
          <a:p>
            <a:pPr marL="457200" lvl="1" indent="0">
              <a:buNone/>
            </a:pPr>
            <a:r>
              <a:rPr lang="en-US">
                <a:ea typeface="+mn-lt"/>
                <a:cs typeface="+mn-lt"/>
              </a:rPr>
              <a:t>HTTPS usage</a:t>
            </a:r>
            <a:endParaRPr lang="en-US"/>
          </a:p>
          <a:p>
            <a:pPr marL="457200" lvl="1" indent="0">
              <a:buNone/>
            </a:pPr>
            <a:r>
              <a:rPr lang="en-US">
                <a:ea typeface="+mn-lt"/>
                <a:cs typeface="+mn-lt"/>
              </a:rPr>
              <a:t>AI-generated analysis of privacy policy</a:t>
            </a:r>
            <a:endParaRPr lang="en-US"/>
          </a:p>
          <a:p>
            <a:pPr marL="0" indent="0">
              <a:buNone/>
            </a:pPr>
            <a:r>
              <a:rPr lang="en-US">
                <a:ea typeface="+mn-lt"/>
                <a:cs typeface="+mn-lt"/>
              </a:rPr>
              <a:t> Assigns overall score (e.g., A–F, 1–10 scale, or color levels)</a:t>
            </a:r>
            <a:endParaRPr lang="en-US"/>
          </a:p>
          <a:p>
            <a:pPr marL="0" indent="0">
              <a:buNone/>
            </a:pPr>
            <a:r>
              <a:rPr lang="en-US" b="1" err="1">
                <a:ea typeface="+mn-lt"/>
                <a:cs typeface="+mn-lt"/>
              </a:rPr>
              <a:t>OpenRouter</a:t>
            </a:r>
            <a:r>
              <a:rPr lang="en-US" b="1">
                <a:ea typeface="+mn-lt"/>
                <a:cs typeface="+mn-lt"/>
              </a:rPr>
              <a:t> Integration</a:t>
            </a:r>
            <a:endParaRPr lang="en-US"/>
          </a:p>
          <a:p>
            <a:pPr marL="0" indent="0">
              <a:buNone/>
            </a:pPr>
            <a:r>
              <a:rPr lang="en-US">
                <a:ea typeface="+mn-lt"/>
                <a:cs typeface="+mn-lt"/>
              </a:rPr>
              <a:t> Sends website privacy policy text to AI</a:t>
            </a:r>
            <a:endParaRPr lang="en-US"/>
          </a:p>
          <a:p>
            <a:pPr marL="0" indent="0">
              <a:buNone/>
            </a:pPr>
            <a:r>
              <a:rPr lang="en-US">
                <a:ea typeface="+mn-lt"/>
                <a:cs typeface="+mn-lt"/>
              </a:rPr>
              <a:t> Receives summary and trustworthiness score</a:t>
            </a:r>
            <a:endParaRPr lang="en-US"/>
          </a:p>
          <a:p>
            <a:pPr marL="0" indent="0">
              <a:buNone/>
            </a:pPr>
            <a:r>
              <a:rPr lang="en-US">
                <a:ea typeface="+mn-lt"/>
                <a:cs typeface="+mn-lt"/>
              </a:rPr>
              <a:t> Displays AI feedback in the popup</a:t>
            </a:r>
            <a:endParaRPr lang="en-US"/>
          </a:p>
          <a:p>
            <a:pPr marL="0" indent="0">
              <a:buNone/>
            </a:pPr>
            <a:r>
              <a:rPr lang="en-US" b="1">
                <a:ea typeface="+mn-lt"/>
                <a:cs typeface="+mn-lt"/>
              </a:rPr>
              <a:t>Permissions &amp; Manifest</a:t>
            </a:r>
            <a:endParaRPr lang="en-US"/>
          </a:p>
          <a:p>
            <a:pPr marL="0" indent="0">
              <a:buNone/>
            </a:pPr>
            <a:r>
              <a:rPr lang="en-US">
                <a:latin typeface="Consolas"/>
              </a:rPr>
              <a:t>  </a:t>
            </a:r>
            <a:r>
              <a:rPr lang="en-US" err="1">
                <a:latin typeface="Consolas"/>
              </a:rPr>
              <a:t>manifest.json</a:t>
            </a:r>
            <a:r>
              <a:rPr lang="en-US">
                <a:ea typeface="+mn-lt"/>
                <a:cs typeface="+mn-lt"/>
              </a:rPr>
              <a:t> defines extension settings</a:t>
            </a:r>
            <a:endParaRPr lang="en-US"/>
          </a:p>
          <a:p>
            <a:pPr marL="457200" lvl="1" indent="0">
              <a:buNone/>
            </a:pPr>
            <a:r>
              <a:rPr lang="en-US">
                <a:ea typeface="+mn-lt"/>
                <a:cs typeface="+mn-lt"/>
              </a:rPr>
              <a:t>Required permissions: access to visited websites, storage, scripting, etc.</a:t>
            </a:r>
            <a:endParaRPr lang="en-US"/>
          </a:p>
          <a:p>
            <a:pPr marL="457200" lvl="1" indent="0">
              <a:buNone/>
            </a:pPr>
            <a:r>
              <a:rPr lang="en-US">
                <a:ea typeface="+mn-lt"/>
                <a:cs typeface="+mn-lt"/>
              </a:rPr>
              <a:t>Scripts registered here</a:t>
            </a:r>
            <a:endParaRPr lang="en-US"/>
          </a:p>
          <a:p>
            <a:endParaRPr lang="en-US"/>
          </a:p>
        </p:txBody>
      </p:sp>
    </p:spTree>
    <p:extLst>
      <p:ext uri="{BB962C8B-B14F-4D97-AF65-F5344CB8AC3E}">
        <p14:creationId xmlns:p14="http://schemas.microsoft.com/office/powerpoint/2010/main" val="1541357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6445-EC92-47FC-8A40-77F41C104C5D}"/>
              </a:ext>
            </a:extLst>
          </p:cNvPr>
          <p:cNvSpPr>
            <a:spLocks noGrp="1"/>
          </p:cNvSpPr>
          <p:nvPr>
            <p:ph type="title"/>
          </p:nvPr>
        </p:nvSpPr>
        <p:spPr/>
        <p:txBody>
          <a:bodyPr/>
          <a:lstStyle/>
          <a:p>
            <a:r>
              <a:rPr lang="en-US"/>
              <a:t>Demo</a:t>
            </a:r>
          </a:p>
        </p:txBody>
      </p:sp>
      <p:sp>
        <p:nvSpPr>
          <p:cNvPr id="3" name="Content Placeholder 2">
            <a:extLst>
              <a:ext uri="{FF2B5EF4-FFF2-40B4-BE49-F238E27FC236}">
                <a16:creationId xmlns:a16="http://schemas.microsoft.com/office/drawing/2014/main" id="{6C5BCB1F-DCC2-56C7-FFEB-2E1150583333}"/>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2"/>
              </a:rPr>
              <a:t>https://github.com/owenkalb/Website-Privacy-Rating-Extension</a:t>
            </a:r>
            <a:endParaRPr lang="en-US">
              <a:ea typeface="+mn-lt"/>
              <a:cs typeface="+mn-lt"/>
            </a:endParaRPr>
          </a:p>
          <a:p>
            <a:pPr marL="0" indent="0">
              <a:buNone/>
            </a:pPr>
            <a:endParaRPr lang="en-US" dirty="0"/>
          </a:p>
        </p:txBody>
      </p:sp>
    </p:spTree>
    <p:extLst>
      <p:ext uri="{BB962C8B-B14F-4D97-AF65-F5344CB8AC3E}">
        <p14:creationId xmlns:p14="http://schemas.microsoft.com/office/powerpoint/2010/main" val="386459683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GestaltVTI</vt:lpstr>
      <vt:lpstr>CS4930 Semester Project</vt:lpstr>
      <vt:lpstr>About our Project</vt:lpstr>
      <vt:lpstr>Project Schedule</vt:lpstr>
      <vt:lpstr>Configuration Management</vt:lpstr>
      <vt:lpstr>Project Design</vt:lpstr>
      <vt:lpstr>Project Design Cont.</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Privacy Rating Extension</dc:title>
  <dc:creator/>
  <cp:revision>15</cp:revision>
  <dcterms:created xsi:type="dcterms:W3CDTF">2025-04-29T21:07:50Z</dcterms:created>
  <dcterms:modified xsi:type="dcterms:W3CDTF">2025-05-04T23:50:43Z</dcterms:modified>
</cp:coreProperties>
</file>